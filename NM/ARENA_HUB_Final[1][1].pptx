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sldIdLst>
    <p:sldId id="278" r:id="rId5"/>
    <p:sldId id="279" r:id="rId6"/>
    <p:sldId id="282" r:id="rId7"/>
    <p:sldId id="289" r:id="rId8"/>
    <p:sldId id="290" r:id="rId9"/>
    <p:sldId id="284" r:id="rId10"/>
    <p:sldId id="285" r:id="rId11"/>
    <p:sldId id="286" r:id="rId12"/>
    <p:sldId id="287" r:id="rId13"/>
    <p:sldId id="288" r:id="rId14"/>
    <p:sldId id="294" r:id="rId15"/>
    <p:sldId id="295" r:id="rId16"/>
    <p:sldId id="301" r:id="rId17"/>
    <p:sldId id="302" r:id="rId18"/>
    <p:sldId id="303" r:id="rId19"/>
    <p:sldId id="304" r:id="rId20"/>
    <p:sldId id="313" r:id="rId21"/>
    <p:sldId id="306" r:id="rId22"/>
    <p:sldId id="296" r:id="rId23"/>
    <p:sldId id="298" r:id="rId24"/>
    <p:sldId id="299" r:id="rId25"/>
    <p:sldId id="297" r:id="rId26"/>
    <p:sldId id="300" r:id="rId27"/>
    <p:sldId id="307" r:id="rId28"/>
    <p:sldId id="308" r:id="rId29"/>
    <p:sldId id="309" r:id="rId30"/>
    <p:sldId id="310" r:id="rId31"/>
    <p:sldId id="311"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AEF3A9"/>
    <a:srgbClr val="F0A22E"/>
    <a:srgbClr val="070129"/>
    <a:srgbClr val="D2B993"/>
    <a:srgbClr val="E88D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 Type="http://schemas.openxmlformats.org/officeDocument/2006/relationships/customXml" Target="../customXml/item3.xml" /><Relationship Id="rId21" Type="http://schemas.openxmlformats.org/officeDocument/2006/relationships/slide" Target="slides/slide17.xml" /><Relationship Id="rId34" Type="http://schemas.openxmlformats.org/officeDocument/2006/relationships/notesMaster" Target="notesMasters/notesMaster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tableStyles" Target="tableStyles.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theme" Target="theme/theme1.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viewProps" Target="viewProps.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10/18/2025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6DE88F-1F85-4A27-9D34-D74A50E7B0DA}" type="slidenum">
              <a:rPr lang="en-US" smtClean="0"/>
              <a:t>5</a:t>
            </a:fld>
            <a:endParaRPr lang="en-US"/>
          </a:p>
        </p:txBody>
      </p:sp>
    </p:spTree>
    <p:extLst>
      <p:ext uri="{BB962C8B-B14F-4D97-AF65-F5344CB8AC3E}">
        <p14:creationId xmlns:p14="http://schemas.microsoft.com/office/powerpoint/2010/main" val="3502157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6DE88F-1F85-4A27-9D34-D74A50E7B0DA}" type="slidenum">
              <a:rPr lang="en-US" smtClean="0"/>
              <a:t>6</a:t>
            </a:fld>
            <a:endParaRPr lang="en-US"/>
          </a:p>
        </p:txBody>
      </p:sp>
    </p:spTree>
    <p:extLst>
      <p:ext uri="{BB962C8B-B14F-4D97-AF65-F5344CB8AC3E}">
        <p14:creationId xmlns:p14="http://schemas.microsoft.com/office/powerpoint/2010/main" val="82596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8D38747-4367-4BD2-8D51-C97E202738E2}" type="datetime1">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C55A3C-5767-4844-A0A3-83778C2E5409}" type="datetime1">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FCD27C-8599-43EF-BA1D-14DDC1946E06}"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343D99-809A-49C0-96E5-4250D0B498EE}" type="datetime1">
              <a:rPr lang="en-US" smtClean="0"/>
              <a:t>10/18/2025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43DE9B-B678-4EFB-BB7D-A4370204A0B0}" type="datetime1">
              <a:rPr lang="en-US" smtClean="0"/>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10/18/2025</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6" Type="http://schemas.openxmlformats.org/officeDocument/2006/relationships/theme" Target="../theme/theme1.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10/18/2025</a:t>
            </a:fld>
            <a:endParaRPr lang="en-US"/>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slideLayout" Target="../slideLayouts/slideLayout1.xml" /><Relationship Id="rId1" Type="http://schemas.openxmlformats.org/officeDocument/2006/relationships/themeOverride" Target="../theme/themeOverride1.xml" /><Relationship Id="rId6" Type="http://schemas.openxmlformats.org/officeDocument/2006/relationships/image" Target="../media/image7.png" /><Relationship Id="rId5" Type="http://schemas.microsoft.com/office/2007/relationships/hdphoto" Target="../media/hdphoto1.wdp" /><Relationship Id="rId4" Type="http://schemas.openxmlformats.org/officeDocument/2006/relationships/image" Target="../media/image6.png" /></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 /><Relationship Id="rId7" Type="http://schemas.openxmlformats.org/officeDocument/2006/relationships/image" Target="../media/image9.png" /><Relationship Id="rId2" Type="http://schemas.openxmlformats.org/officeDocument/2006/relationships/slideLayout" Target="../slideLayouts/slideLayout2.xml" /><Relationship Id="rId1" Type="http://schemas.openxmlformats.org/officeDocument/2006/relationships/themeOverride" Target="../theme/themeOverride2.xml" /><Relationship Id="rId6" Type="http://schemas.microsoft.com/office/2007/relationships/hdphoto" Target="../media/hdphoto2.wdp" /><Relationship Id="rId5" Type="http://schemas.openxmlformats.org/officeDocument/2006/relationships/image" Target="../media/image8.png" /><Relationship Id="rId4" Type="http://schemas.openxmlformats.org/officeDocument/2006/relationships/image" Target="../media/image1.jpeg"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4.xml" /></Relationships>
</file>

<file path=ppt/slides/_rels/slide6.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10.jpeg" /></Relationships>
</file>

<file path=ppt/slides/_rels/slide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10.jpeg" /></Relationships>
</file>

<file path=ppt/slides/_rels/slide1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4.jpeg" /><Relationship Id="rId2" Type="http://schemas.openxmlformats.org/officeDocument/2006/relationships/image" Target="../media/image13.jpeg" /><Relationship Id="rId1" Type="http://schemas.openxmlformats.org/officeDocument/2006/relationships/slideLayout" Target="../slideLayouts/slideLayout2.xml" /><Relationship Id="rId5" Type="http://schemas.openxmlformats.org/officeDocument/2006/relationships/image" Target="../media/image16.jpeg" /><Relationship Id="rId4" Type="http://schemas.openxmlformats.org/officeDocument/2006/relationships/image" Target="../media/image15.jpeg" /></Relationships>
</file>

<file path=ppt/slides/_rels/slide14.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17.png" /><Relationship Id="rId1" Type="http://schemas.openxmlformats.org/officeDocument/2006/relationships/slideLayout" Target="../slideLayouts/slideLayout7.xml" /><Relationship Id="rId5" Type="http://schemas.openxmlformats.org/officeDocument/2006/relationships/image" Target="../media/image20.png" /><Relationship Id="rId4" Type="http://schemas.openxmlformats.org/officeDocument/2006/relationships/image" Target="../media/image19.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8" Type="http://schemas.openxmlformats.org/officeDocument/2006/relationships/image" Target="../media/image27.png" /><Relationship Id="rId13" Type="http://schemas.openxmlformats.org/officeDocument/2006/relationships/image" Target="../media/image32.svg" /><Relationship Id="rId18" Type="http://schemas.openxmlformats.org/officeDocument/2006/relationships/image" Target="../media/image37.png" /><Relationship Id="rId3" Type="http://schemas.openxmlformats.org/officeDocument/2006/relationships/image" Target="../media/image22.svg" /><Relationship Id="rId21" Type="http://schemas.openxmlformats.org/officeDocument/2006/relationships/image" Target="../media/image40.svg" /><Relationship Id="rId7" Type="http://schemas.openxmlformats.org/officeDocument/2006/relationships/image" Target="../media/image26.svg" /><Relationship Id="rId12" Type="http://schemas.openxmlformats.org/officeDocument/2006/relationships/image" Target="../media/image31.png" /><Relationship Id="rId17" Type="http://schemas.openxmlformats.org/officeDocument/2006/relationships/image" Target="../media/image36.svg" /><Relationship Id="rId2" Type="http://schemas.openxmlformats.org/officeDocument/2006/relationships/image" Target="../media/image21.png" /><Relationship Id="rId16" Type="http://schemas.openxmlformats.org/officeDocument/2006/relationships/image" Target="../media/image35.png" /><Relationship Id="rId20" Type="http://schemas.openxmlformats.org/officeDocument/2006/relationships/image" Target="../media/image39.png" /><Relationship Id="rId1" Type="http://schemas.openxmlformats.org/officeDocument/2006/relationships/slideLayout" Target="../slideLayouts/slideLayout7.xml" /><Relationship Id="rId6" Type="http://schemas.openxmlformats.org/officeDocument/2006/relationships/image" Target="../media/image25.png" /><Relationship Id="rId11" Type="http://schemas.openxmlformats.org/officeDocument/2006/relationships/image" Target="../media/image30.svg" /><Relationship Id="rId5" Type="http://schemas.openxmlformats.org/officeDocument/2006/relationships/image" Target="../media/image24.svg" /><Relationship Id="rId15" Type="http://schemas.openxmlformats.org/officeDocument/2006/relationships/image" Target="../media/image34.svg" /><Relationship Id="rId10" Type="http://schemas.openxmlformats.org/officeDocument/2006/relationships/image" Target="../media/image29.png" /><Relationship Id="rId19" Type="http://schemas.openxmlformats.org/officeDocument/2006/relationships/image" Target="../media/image38.svg" /><Relationship Id="rId4" Type="http://schemas.openxmlformats.org/officeDocument/2006/relationships/image" Target="../media/image23.png" /><Relationship Id="rId9" Type="http://schemas.openxmlformats.org/officeDocument/2006/relationships/image" Target="../media/image28.svg" /><Relationship Id="rId14" Type="http://schemas.openxmlformats.org/officeDocument/2006/relationships/image" Target="../media/image33.png" /></Relationships>
</file>

<file path=ppt/slides/_rels/slide19.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13.jpeg" /><Relationship Id="rId1" Type="http://schemas.openxmlformats.org/officeDocument/2006/relationships/slideLayout" Target="../slideLayouts/slideLayout2.xml" /><Relationship Id="rId5" Type="http://schemas.openxmlformats.org/officeDocument/2006/relationships/image" Target="../media/image42.png" /><Relationship Id="rId4" Type="http://schemas.openxmlformats.org/officeDocument/2006/relationships/image" Target="../media/image14.jpeg" /></Relationships>
</file>

<file path=ppt/slides/_rels/slide20.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15.jpeg" /><Relationship Id="rId1" Type="http://schemas.openxmlformats.org/officeDocument/2006/relationships/slideLayout" Target="../slideLayouts/slideLayout2.xml" /><Relationship Id="rId5" Type="http://schemas.openxmlformats.org/officeDocument/2006/relationships/image" Target="../media/image45.png" /><Relationship Id="rId4" Type="http://schemas.openxmlformats.org/officeDocument/2006/relationships/image" Target="../media/image44.jpeg" /></Relationships>
</file>

<file path=ppt/slides/_rels/slide21.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image" Target="../media/image46.jpeg" /><Relationship Id="rId1" Type="http://schemas.openxmlformats.org/officeDocument/2006/relationships/slideLayout" Target="../slideLayouts/slideLayout2.xml" /><Relationship Id="rId5" Type="http://schemas.openxmlformats.org/officeDocument/2006/relationships/image" Target="../media/image48.png" /><Relationship Id="rId4" Type="http://schemas.openxmlformats.org/officeDocument/2006/relationships/image" Target="../media/image16.jpeg" /></Relationships>
</file>

<file path=ppt/slides/_rels/slide22.xml.rels><?xml version="1.0" encoding="UTF-8" standalone="yes"?>
<Relationships xmlns="http://schemas.openxmlformats.org/package/2006/relationships"><Relationship Id="rId3" Type="http://schemas.openxmlformats.org/officeDocument/2006/relationships/image" Target="../media/image50.png" /><Relationship Id="rId2" Type="http://schemas.openxmlformats.org/officeDocument/2006/relationships/image" Target="../media/image49.jpeg" /><Relationship Id="rId1" Type="http://schemas.openxmlformats.org/officeDocument/2006/relationships/slideLayout" Target="../slideLayouts/slideLayout2.xml" /><Relationship Id="rId5" Type="http://schemas.openxmlformats.org/officeDocument/2006/relationships/image" Target="../media/image52.png" /><Relationship Id="rId4" Type="http://schemas.openxmlformats.org/officeDocument/2006/relationships/image" Target="../media/image51.jpeg" /></Relationships>
</file>

<file path=ppt/slides/_rels/slide23.xml.rels><?xml version="1.0" encoding="UTF-8" standalone="yes"?>
<Relationships xmlns="http://schemas.openxmlformats.org/package/2006/relationships"><Relationship Id="rId3" Type="http://schemas.openxmlformats.org/officeDocument/2006/relationships/image" Target="../media/image54.png" /><Relationship Id="rId2" Type="http://schemas.openxmlformats.org/officeDocument/2006/relationships/image" Target="../media/image53.jpeg" /><Relationship Id="rId1" Type="http://schemas.openxmlformats.org/officeDocument/2006/relationships/slideLayout" Target="../slideLayouts/slideLayout7.xml" /><Relationship Id="rId4" Type="http://schemas.openxmlformats.org/officeDocument/2006/relationships/image" Target="../media/image55.png" /></Relationships>
</file>

<file path=ppt/slides/_rels/slide24.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42.pn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image" Target="../media/image43.pn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image" Target="../media/image45.pn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3" Type="http://schemas.openxmlformats.org/officeDocument/2006/relationships/image" Target="../media/image54.png" /><Relationship Id="rId2" Type="http://schemas.openxmlformats.org/officeDocument/2006/relationships/image" Target="../media/image50.pn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image" Target="../media/image55.png" /><Relationship Id="rId2" Type="http://schemas.openxmlformats.org/officeDocument/2006/relationships/image" Target="../media/image52.pn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alphaModFix amt="5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rcRect/>
          <a:stretch/>
        </p:blipFill>
        <p:spPr>
          <a:xfrm>
            <a:off x="0"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461530" y="1705454"/>
            <a:ext cx="3485073" cy="514279"/>
          </a:xfrm>
        </p:spPr>
        <p:txBody>
          <a:bodyPr>
            <a:normAutofit fontScale="90000"/>
          </a:bodyPr>
          <a:lstStyle/>
          <a:p>
            <a:pPr algn="l">
              <a:lnSpc>
                <a:spcPct val="300000"/>
              </a:lnSpc>
            </a:pPr>
            <a:r>
              <a:rPr lang="en-US" sz="4000" b="1">
                <a:latin typeface="Amasis MT Pro Black" panose="020F0502020204030204" pitchFamily="18" charset="0"/>
              </a:rPr>
              <a:t> ARENA HUB</a:t>
            </a:r>
          </a:p>
        </p:txBody>
      </p:sp>
      <p:sp>
        <p:nvSpPr>
          <p:cNvPr id="4" name="Rectangle 1">
            <a:extLst>
              <a:ext uri="{FF2B5EF4-FFF2-40B4-BE49-F238E27FC236}">
                <a16:creationId xmlns:a16="http://schemas.microsoft.com/office/drawing/2014/main" id="{2BB645E3-BA79-2450-04F4-05F3AE5DA26E}"/>
              </a:ext>
            </a:extLst>
          </p:cNvPr>
          <p:cNvSpPr>
            <a:spLocks noGrp="1" noChangeArrowheads="1"/>
          </p:cNvSpPr>
          <p:nvPr>
            <p:ph type="subTitle" idx="1"/>
          </p:nvPr>
        </p:nvSpPr>
        <p:spPr bwMode="auto">
          <a:xfrm>
            <a:off x="7516042" y="2042762"/>
            <a:ext cx="3262947"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defTabSz="914400" eaLnBrk="0" fontAlgn="base" hangingPunct="0">
              <a:lnSpc>
                <a:spcPct val="100000"/>
              </a:lnSpc>
              <a:spcBef>
                <a:spcPct val="0"/>
              </a:spcBef>
              <a:spcAft>
                <a:spcPct val="0"/>
              </a:spcAft>
              <a:buClrTx/>
              <a:buSzTx/>
            </a:pPr>
            <a:r>
              <a:rPr lang="en-US" dirty="0">
                <a:latin typeface="Book Antiqua"/>
              </a:rPr>
              <a:t>Presented By:</a:t>
            </a:r>
          </a:p>
          <a:p>
            <a:pPr algn="l" defTabSz="914400">
              <a:lnSpc>
                <a:spcPct val="100000"/>
              </a:lnSpc>
              <a:spcBef>
                <a:spcPct val="0"/>
              </a:spcBef>
              <a:spcAft>
                <a:spcPct val="0"/>
              </a:spcAft>
              <a:buClrTx/>
              <a:buSzTx/>
              <a:buFont typeface="Wingdings" panose="05000000000000000000" pitchFamily="2" charset="2"/>
            </a:pPr>
            <a:endParaRPr lang="en-US" altLang="en-US" sz="2000" dirty="0">
              <a:ln>
                <a:noFill/>
              </a:ln>
              <a:effectLst/>
              <a:latin typeface="Book Antiqua"/>
            </a:endParaRPr>
          </a:p>
          <a:p>
            <a:pPr algn="l" defTabSz="914400">
              <a:lnSpc>
                <a:spcPct val="100000"/>
              </a:lnSpc>
              <a:spcBef>
                <a:spcPct val="0"/>
              </a:spcBef>
              <a:spcAft>
                <a:spcPct val="0"/>
              </a:spcAft>
              <a:buClrTx/>
              <a:buSzTx/>
              <a:buFont typeface="Wingdings" panose="05000000000000000000" pitchFamily="2" charset="2"/>
            </a:pPr>
            <a:r>
              <a:rPr lang="en-US" dirty="0">
                <a:latin typeface="Book Antiqua"/>
              </a:rPr>
              <a:t>Akash G</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latin typeface="Book Antiqua"/>
            </a:endParaRPr>
          </a:p>
          <a:p>
            <a:pPr algn="l" defTabSz="914400">
              <a:lnSpc>
                <a:spcPct val="100000"/>
              </a:lnSpc>
              <a:spcBef>
                <a:spcPct val="0"/>
              </a:spcBef>
              <a:spcAft>
                <a:spcPct val="0"/>
              </a:spcAft>
              <a:buClrTx/>
              <a:buSzTx/>
              <a:buFont typeface="Wingdings" panose="05000000000000000000" pitchFamily="2" charset="2"/>
            </a:pPr>
            <a:r>
              <a:rPr lang="en-US" dirty="0">
                <a:latin typeface="Book Antiqua"/>
              </a:rPr>
              <a:t>Manoj Kumar G</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latin typeface="Book Antiqua"/>
            </a:endParaRPr>
          </a:p>
          <a:p>
            <a:pPr algn="l" defTabSz="914400">
              <a:lnSpc>
                <a:spcPct val="100000"/>
              </a:lnSpc>
              <a:spcBef>
                <a:spcPct val="0"/>
              </a:spcBef>
              <a:spcAft>
                <a:spcPct val="0"/>
              </a:spcAft>
              <a:buClrTx/>
              <a:buSzTx/>
              <a:buFont typeface="Wingdings" panose="05000000000000000000" pitchFamily="2" charset="2"/>
            </a:pPr>
            <a:r>
              <a:rPr lang="en-US" dirty="0">
                <a:latin typeface="Book Antiqua"/>
              </a:rPr>
              <a:t>Mahendiran R</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latin typeface="Book Antiqua"/>
            </a:endParaRPr>
          </a:p>
          <a:p>
            <a:pPr algn="l" defTabSz="914400">
              <a:lnSpc>
                <a:spcPct val="100000"/>
              </a:lnSpc>
              <a:spcBef>
                <a:spcPct val="0"/>
              </a:spcBef>
              <a:spcAft>
                <a:spcPct val="0"/>
              </a:spcAft>
              <a:buClrTx/>
              <a:buSzTx/>
              <a:buFont typeface="Wingdings" panose="05000000000000000000" pitchFamily="2" charset="2"/>
            </a:pPr>
            <a:r>
              <a:rPr lang="en-US" dirty="0">
                <a:latin typeface="Book Antiqua"/>
              </a:rPr>
              <a:t>Deepak E </a:t>
            </a:r>
          </a:p>
          <a:p>
            <a:pPr algn="l" defTabSz="914400">
              <a:lnSpc>
                <a:spcPct val="100000"/>
              </a:lnSpc>
              <a:spcBef>
                <a:spcPct val="0"/>
              </a:spcBef>
              <a:spcAft>
                <a:spcPct val="0"/>
              </a:spcAft>
              <a:buClrTx/>
              <a:buSzTx/>
              <a:buFont typeface="Wingdings" panose="05000000000000000000" pitchFamily="2" charset="2"/>
            </a:pPr>
            <a:r>
              <a:rPr lang="en-US" dirty="0" err="1">
                <a:ln>
                  <a:solidFill>
                    <a:prstClr val="black">
                      <a:lumMod val="75000"/>
                      <a:lumOff val="25000"/>
                      <a:alpha val="10000"/>
                    </a:prstClr>
                  </a:solidFill>
                </a:ln>
                <a:effectLst>
                  <a:outerShdw blurRad="9525" dist="25400" dir="14640000" algn="tl" rotWithShape="0">
                    <a:prstClr val="black">
                      <a:alpha val="30000"/>
                    </a:prstClr>
                  </a:outerShdw>
                </a:effectLst>
                <a:latin typeface="Book Antiqua"/>
              </a:rPr>
              <a:t>Narendhar</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latin typeface="Book Antiqua"/>
              </a:rPr>
              <a:t> K</a:t>
            </a:r>
          </a:p>
        </p:txBody>
      </p:sp>
      <p:pic>
        <p:nvPicPr>
          <p:cNvPr id="8" name="Picture 7" descr="A neon sign with text around it&#10;&#10;AI-generated content may be incorrect.">
            <a:extLst>
              <a:ext uri="{FF2B5EF4-FFF2-40B4-BE49-F238E27FC236}">
                <a16:creationId xmlns:a16="http://schemas.microsoft.com/office/drawing/2014/main" id="{E36B5B8C-BFFA-A77C-F6C8-C2808F062F56}"/>
              </a:ext>
            </a:extLst>
          </p:cNvPr>
          <p:cNvPicPr>
            <a:picLocks noChangeAspect="1"/>
          </p:cNvPicPr>
          <p:nvPr/>
        </p:nvPicPr>
        <p:blipFill>
          <a:blip r:embed="rId6"/>
          <a:stretch>
            <a:fillRect/>
          </a:stretch>
        </p:blipFill>
        <p:spPr>
          <a:xfrm>
            <a:off x="699265" y="627597"/>
            <a:ext cx="5698778" cy="5602805"/>
          </a:xfrm>
          <a:prstGeom prst="rect">
            <a:avLst/>
          </a:prstGeom>
          <a:ln>
            <a:noFill/>
          </a:ln>
          <a:effectLst>
            <a:softEdge rad="112500"/>
          </a:effectLst>
        </p:spPr>
      </p:pic>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2" y="248749"/>
            <a:ext cx="4538124" cy="970450"/>
          </a:xfrm>
        </p:spPr>
        <p:txBody>
          <a:bodyPr anchor="b">
            <a:normAutofit/>
          </a:bodyPr>
          <a:lstStyle/>
          <a:p>
            <a:pPr algn="l"/>
            <a:r>
              <a:rPr lang="en-US" sz="4000" b="1" u="sng"/>
              <a:t>CONTENTS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2" y="1324018"/>
            <a:ext cx="4403596" cy="5104214"/>
          </a:xfrm>
        </p:spPr>
        <p:txBody>
          <a:bodyPr anchor="t">
            <a:normAutofit fontScale="92500" lnSpcReduction="10000"/>
          </a:bodyPr>
          <a:lstStyle/>
          <a:p>
            <a:r>
              <a:rPr lang="en-US" sz="2400"/>
              <a:t>About The project</a:t>
            </a:r>
          </a:p>
          <a:p>
            <a:r>
              <a:rPr lang="en-US" sz="2400"/>
              <a:t>Problem statements with solutions</a:t>
            </a:r>
          </a:p>
          <a:p>
            <a:r>
              <a:rPr lang="en-US" sz="2400"/>
              <a:t>Target Audience</a:t>
            </a:r>
          </a:p>
          <a:p>
            <a:r>
              <a:rPr lang="en-US" sz="2400"/>
              <a:t>Design Process</a:t>
            </a:r>
          </a:p>
          <a:p>
            <a:r>
              <a:rPr lang="en-US" sz="2400"/>
              <a:t>EMPATHIZE</a:t>
            </a:r>
          </a:p>
          <a:p>
            <a:r>
              <a:rPr lang="en-US" sz="2400"/>
              <a:t>User Research</a:t>
            </a:r>
          </a:p>
          <a:p>
            <a:r>
              <a:rPr lang="en-US" sz="2400"/>
              <a:t>User Persona</a:t>
            </a:r>
          </a:p>
          <a:p>
            <a:r>
              <a:rPr lang="en-US" sz="2400"/>
              <a:t>Empathy Mapping</a:t>
            </a:r>
          </a:p>
          <a:p>
            <a:r>
              <a:rPr lang="en-US" sz="2400"/>
              <a:t>Information Architecture</a:t>
            </a:r>
          </a:p>
          <a:p>
            <a:r>
              <a:rPr lang="en-US" sz="2400"/>
              <a:t>User Flow</a:t>
            </a:r>
          </a:p>
          <a:p>
            <a:endParaRPr lang="en-US" sz="2400"/>
          </a:p>
          <a:p>
            <a:endParaRPr lang="en-US" sz="240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alpha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BD6961-3D82-FBC0-EC24-AA777C05AC02}"/>
              </a:ext>
            </a:extLst>
          </p:cNvPr>
          <p:cNvSpPr>
            <a:spLocks noGrp="1"/>
          </p:cNvSpPr>
          <p:nvPr>
            <p:ph type="title"/>
          </p:nvPr>
        </p:nvSpPr>
        <p:spPr>
          <a:xfrm>
            <a:off x="913795" y="963506"/>
            <a:ext cx="3740815" cy="4827693"/>
          </a:xfrm>
        </p:spPr>
        <p:txBody>
          <a:bodyPr>
            <a:normAutofit/>
          </a:bodyPr>
          <a:lstStyle/>
          <a:p>
            <a:pPr algn="r"/>
            <a:r>
              <a:rPr lang="en-US" u="sng">
                <a:latin typeface="Amasis MT Pro Black" panose="02040A04050005020304" pitchFamily="18" charset="0"/>
              </a:rPr>
              <a:t>ABOUT THE PROJECT</a:t>
            </a:r>
            <a:endParaRPr lang="en-IN" u="sng">
              <a:latin typeface="Amasis MT Pro Black" panose="02040A04050005020304" pitchFamily="18" charset="0"/>
            </a:endParaRPr>
          </a:p>
        </p:txBody>
      </p:sp>
      <p:cxnSp>
        <p:nvCxnSpPr>
          <p:cNvPr id="12" name="Straight Connector 11">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D60E0E-D8AF-7278-FF8A-0D7E98F4B84B}"/>
              </a:ext>
            </a:extLst>
          </p:cNvPr>
          <p:cNvSpPr>
            <a:spLocks noGrp="1"/>
          </p:cNvSpPr>
          <p:nvPr>
            <p:ph idx="1"/>
          </p:nvPr>
        </p:nvSpPr>
        <p:spPr>
          <a:xfrm>
            <a:off x="5307765" y="963507"/>
            <a:ext cx="5959791" cy="4827694"/>
          </a:xfrm>
          <a:effectLst/>
        </p:spPr>
        <p:txBody>
          <a:bodyPr anchor="ctr">
            <a:normAutofit/>
          </a:bodyPr>
          <a:lstStyle/>
          <a:p>
            <a:r>
              <a:rPr lang="en-US">
                <a:solidFill>
                  <a:schemeClr val="tx1"/>
                </a:solidFill>
              </a:rPr>
              <a:t>Arena Hub is a mobile app that provides a one-stop platform for buying and managing sports and gaming items. Users can browse products, compare prices, and track orders using QR codes. Admins can add products, manage users, and monitor sales. The project aims to simplify sports equipment access and promote digital sports shopping through a smart and user-friendly system.</a:t>
            </a:r>
            <a:endParaRPr lang="en-IN">
              <a:solidFill>
                <a:schemeClr val="tx1"/>
              </a:solidFill>
            </a:endParaRPr>
          </a:p>
        </p:txBody>
      </p:sp>
    </p:spTree>
    <p:extLst>
      <p:ext uri="{BB962C8B-B14F-4D97-AF65-F5344CB8AC3E}">
        <p14:creationId xmlns:p14="http://schemas.microsoft.com/office/powerpoint/2010/main" val="2475127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0852-9082-FACF-0D58-45B6BA08BA7B}"/>
              </a:ext>
            </a:extLst>
          </p:cNvPr>
          <p:cNvSpPr>
            <a:spLocks noGrp="1"/>
          </p:cNvSpPr>
          <p:nvPr>
            <p:ph type="title"/>
          </p:nvPr>
        </p:nvSpPr>
        <p:spPr/>
        <p:txBody>
          <a:bodyPr/>
          <a:lstStyle/>
          <a:p>
            <a:r>
              <a:rPr lang="en-US" b="1">
                <a:solidFill>
                  <a:schemeClr val="tx1"/>
                </a:solidFill>
              </a:rPr>
              <a:t>Real Time Problems and their solutions</a:t>
            </a:r>
            <a:endParaRPr lang="en-IN" b="1">
              <a:solidFill>
                <a:schemeClr val="tx1"/>
              </a:solidFill>
            </a:endParaRPr>
          </a:p>
        </p:txBody>
      </p:sp>
      <p:sp>
        <p:nvSpPr>
          <p:cNvPr id="3" name="Text Placeholder 2">
            <a:extLst>
              <a:ext uri="{FF2B5EF4-FFF2-40B4-BE49-F238E27FC236}">
                <a16:creationId xmlns:a16="http://schemas.microsoft.com/office/drawing/2014/main" id="{08CCD005-48E3-1B6E-5501-01380C949B8A}"/>
              </a:ext>
            </a:extLst>
          </p:cNvPr>
          <p:cNvSpPr>
            <a:spLocks noGrp="1"/>
          </p:cNvSpPr>
          <p:nvPr>
            <p:ph type="body" idx="1"/>
          </p:nvPr>
        </p:nvSpPr>
        <p:spPr/>
        <p:txBody>
          <a:bodyPr/>
          <a:lstStyle/>
          <a:p>
            <a:r>
              <a:rPr lang="en-US" b="1">
                <a:solidFill>
                  <a:schemeClr val="tx2">
                    <a:lumMod val="75000"/>
                  </a:schemeClr>
                </a:solidFill>
              </a:rPr>
              <a:t>PROBLEMS</a:t>
            </a:r>
            <a:endParaRPr lang="en-IN" b="1">
              <a:solidFill>
                <a:schemeClr val="tx2">
                  <a:lumMod val="75000"/>
                </a:schemeClr>
              </a:solidFill>
            </a:endParaRPr>
          </a:p>
        </p:txBody>
      </p:sp>
      <p:sp>
        <p:nvSpPr>
          <p:cNvPr id="4" name="Content Placeholder 3">
            <a:extLst>
              <a:ext uri="{FF2B5EF4-FFF2-40B4-BE49-F238E27FC236}">
                <a16:creationId xmlns:a16="http://schemas.microsoft.com/office/drawing/2014/main" id="{D5E599D2-5CF9-5916-8007-DA741461A7F0}"/>
              </a:ext>
            </a:extLst>
          </p:cNvPr>
          <p:cNvSpPr>
            <a:spLocks noGrp="1"/>
          </p:cNvSpPr>
          <p:nvPr>
            <p:ph sz="half" idx="2"/>
          </p:nvPr>
        </p:nvSpPr>
        <p:spPr/>
        <p:txBody>
          <a:bodyPr/>
          <a:lstStyle/>
          <a:p>
            <a:pPr>
              <a:buFont typeface="Wingdings" panose="05000000000000000000" pitchFamily="2" charset="2"/>
              <a:buChar char="Ø"/>
            </a:pPr>
            <a:r>
              <a:rPr lang="en-US">
                <a:ea typeface="ADLaM Display" panose="020F0502020204030204" pitchFamily="2" charset="0"/>
                <a:cs typeface="ADLaM Display" panose="020F0502020204030204" pitchFamily="2" charset="0"/>
              </a:rPr>
              <a:t>People struggle to find quality sports equipment and gaming accessories easily.</a:t>
            </a:r>
          </a:p>
          <a:p>
            <a:pPr>
              <a:buFont typeface="Wingdings" panose="05000000000000000000" pitchFamily="2" charset="2"/>
              <a:buChar char="Ø"/>
            </a:pPr>
            <a:r>
              <a:rPr lang="en-US">
                <a:ea typeface="ADLaM Display" panose="020F0502020204030204" pitchFamily="2" charset="0"/>
                <a:cs typeface="ADLaM Display" panose="020F0502020204030204" pitchFamily="2" charset="0"/>
              </a:rPr>
              <a:t>Local availability and brand comparisons are limited.</a:t>
            </a:r>
          </a:p>
          <a:p>
            <a:pPr>
              <a:buFont typeface="Wingdings" panose="05000000000000000000" pitchFamily="2" charset="2"/>
              <a:buChar char="Ø"/>
            </a:pPr>
            <a:r>
              <a:rPr lang="en-US">
                <a:ea typeface="ADLaM Display" panose="020F0502020204030204" pitchFamily="2" charset="0"/>
                <a:cs typeface="ADLaM Display" panose="020F0502020204030204" pitchFamily="2" charset="0"/>
              </a:rPr>
              <a:t>Gamers and athletes need a single trusted platform.</a:t>
            </a:r>
          </a:p>
          <a:p>
            <a:endParaRPr lang="en-IN"/>
          </a:p>
        </p:txBody>
      </p:sp>
      <p:sp>
        <p:nvSpPr>
          <p:cNvPr id="5" name="Text Placeholder 4">
            <a:extLst>
              <a:ext uri="{FF2B5EF4-FFF2-40B4-BE49-F238E27FC236}">
                <a16:creationId xmlns:a16="http://schemas.microsoft.com/office/drawing/2014/main" id="{A8D69D56-B45F-F5DF-E728-C8F1F1D9E0D8}"/>
              </a:ext>
            </a:extLst>
          </p:cNvPr>
          <p:cNvSpPr>
            <a:spLocks noGrp="1"/>
          </p:cNvSpPr>
          <p:nvPr>
            <p:ph type="body" sz="quarter" idx="3"/>
          </p:nvPr>
        </p:nvSpPr>
        <p:spPr/>
        <p:txBody>
          <a:bodyPr/>
          <a:lstStyle/>
          <a:p>
            <a:r>
              <a:rPr lang="en-US" b="1">
                <a:solidFill>
                  <a:schemeClr val="tx2">
                    <a:lumMod val="75000"/>
                  </a:schemeClr>
                </a:solidFill>
              </a:rPr>
              <a:t>SOLUTIONS</a:t>
            </a:r>
            <a:endParaRPr lang="en-IN" b="1">
              <a:solidFill>
                <a:schemeClr val="tx2">
                  <a:lumMod val="75000"/>
                </a:schemeClr>
              </a:solidFill>
            </a:endParaRPr>
          </a:p>
        </p:txBody>
      </p:sp>
      <p:sp>
        <p:nvSpPr>
          <p:cNvPr id="6" name="Content Placeholder 5">
            <a:extLst>
              <a:ext uri="{FF2B5EF4-FFF2-40B4-BE49-F238E27FC236}">
                <a16:creationId xmlns:a16="http://schemas.microsoft.com/office/drawing/2014/main" id="{33A0D562-9725-265A-8AE5-493BB57ABF5C}"/>
              </a:ext>
            </a:extLst>
          </p:cNvPr>
          <p:cNvSpPr>
            <a:spLocks noGrp="1"/>
          </p:cNvSpPr>
          <p:nvPr>
            <p:ph sz="quarter" idx="4"/>
          </p:nvPr>
        </p:nvSpPr>
        <p:spPr/>
        <p:txBody>
          <a:bodyPr/>
          <a:lstStyle/>
          <a:p>
            <a:pPr>
              <a:buFont typeface="Wingdings" panose="05000000000000000000" pitchFamily="2" charset="2"/>
              <a:buChar char="Ø"/>
            </a:pPr>
            <a:r>
              <a:rPr lang="en-US"/>
              <a:t>One-stop app for sports &amp; gaming gears.</a:t>
            </a:r>
          </a:p>
          <a:p>
            <a:pPr>
              <a:buFont typeface="Wingdings" panose="05000000000000000000" pitchFamily="2" charset="2"/>
              <a:buChar char="Ø"/>
            </a:pPr>
            <a:r>
              <a:rPr lang="en-US"/>
              <a:t>Buy or rent sports equipment.</a:t>
            </a:r>
          </a:p>
          <a:p>
            <a:pPr>
              <a:buFont typeface="Wingdings" panose="05000000000000000000" pitchFamily="2" charset="2"/>
              <a:buChar char="Ø"/>
            </a:pPr>
            <a:r>
              <a:rPr lang="en-US"/>
              <a:t>Compare products and check nearby stores.</a:t>
            </a:r>
          </a:p>
          <a:p>
            <a:pPr>
              <a:buFont typeface="Wingdings" panose="05000000000000000000" pitchFamily="2" charset="2"/>
              <a:buChar char="Ø"/>
            </a:pPr>
            <a:r>
              <a:rPr lang="en-US"/>
              <a:t>Real-time availability and delivery tracking.</a:t>
            </a:r>
            <a:endParaRPr lang="en-IN"/>
          </a:p>
          <a:p>
            <a:endParaRPr lang="en-IN"/>
          </a:p>
        </p:txBody>
      </p:sp>
    </p:spTree>
    <p:extLst>
      <p:ext uri="{BB962C8B-B14F-4D97-AF65-F5344CB8AC3E}">
        <p14:creationId xmlns:p14="http://schemas.microsoft.com/office/powerpoint/2010/main" val="374770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F429-D428-501E-8B69-E01C8359FC79}"/>
              </a:ext>
            </a:extLst>
          </p:cNvPr>
          <p:cNvSpPr>
            <a:spLocks noGrp="1"/>
          </p:cNvSpPr>
          <p:nvPr>
            <p:ph type="title"/>
          </p:nvPr>
        </p:nvSpPr>
        <p:spPr>
          <a:xfrm>
            <a:off x="913794" y="581575"/>
            <a:ext cx="10353762" cy="970450"/>
          </a:xfrm>
        </p:spPr>
        <p:txBody>
          <a:bodyPr/>
          <a:lstStyle/>
          <a:p>
            <a:r>
              <a:rPr lang="en-US"/>
              <a:t>TARGET AUDIUNCE</a:t>
            </a:r>
            <a:endParaRPr lang="en-IN"/>
          </a:p>
        </p:txBody>
      </p:sp>
      <p:sp>
        <p:nvSpPr>
          <p:cNvPr id="3" name="Text Placeholder 2">
            <a:extLst>
              <a:ext uri="{FF2B5EF4-FFF2-40B4-BE49-F238E27FC236}">
                <a16:creationId xmlns:a16="http://schemas.microsoft.com/office/drawing/2014/main" id="{6598B5B5-8566-6FCE-4C75-39067A5EB0D2}"/>
              </a:ext>
            </a:extLst>
          </p:cNvPr>
          <p:cNvSpPr>
            <a:spLocks noGrp="1"/>
          </p:cNvSpPr>
          <p:nvPr>
            <p:ph type="body" idx="1"/>
          </p:nvPr>
        </p:nvSpPr>
        <p:spPr/>
        <p:txBody>
          <a:bodyPr/>
          <a:lstStyle/>
          <a:p>
            <a:endParaRPr lang="en-IN" b="1" u="sng"/>
          </a:p>
        </p:txBody>
      </p:sp>
      <p:sp>
        <p:nvSpPr>
          <p:cNvPr id="4" name="Text Placeholder 3">
            <a:extLst>
              <a:ext uri="{FF2B5EF4-FFF2-40B4-BE49-F238E27FC236}">
                <a16:creationId xmlns:a16="http://schemas.microsoft.com/office/drawing/2014/main" id="{A91DAE11-F1DC-C195-0BB4-21541A7FB824}"/>
              </a:ext>
            </a:extLst>
          </p:cNvPr>
          <p:cNvSpPr>
            <a:spLocks noGrp="1"/>
          </p:cNvSpPr>
          <p:nvPr>
            <p:ph type="body" sz="half" idx="15"/>
          </p:nvPr>
        </p:nvSpPr>
        <p:spPr/>
        <p:txBody>
          <a:bodyPr>
            <a:noAutofit/>
          </a:bodyPr>
          <a:lstStyle/>
          <a:p>
            <a:pPr marL="285750" indent="-285750" algn="l">
              <a:buFont typeface="Wingdings" panose="05000000000000000000" pitchFamily="2" charset="2"/>
              <a:buChar char="§"/>
            </a:pPr>
            <a:endParaRPr lang="en-US" sz="2400"/>
          </a:p>
        </p:txBody>
      </p:sp>
      <p:sp>
        <p:nvSpPr>
          <p:cNvPr id="5" name="Text Placeholder 4">
            <a:extLst>
              <a:ext uri="{FF2B5EF4-FFF2-40B4-BE49-F238E27FC236}">
                <a16:creationId xmlns:a16="http://schemas.microsoft.com/office/drawing/2014/main" id="{421C3537-2A1D-86FF-90D6-113A711687E1}"/>
              </a:ext>
            </a:extLst>
          </p:cNvPr>
          <p:cNvSpPr>
            <a:spLocks noGrp="1"/>
          </p:cNvSpPr>
          <p:nvPr>
            <p:ph type="body" sz="quarter" idx="3"/>
          </p:nvPr>
        </p:nvSpPr>
        <p:spPr>
          <a:xfrm>
            <a:off x="4441435" y="1976247"/>
            <a:ext cx="3300984" cy="584188"/>
          </a:xfrm>
        </p:spPr>
        <p:txBody>
          <a:bodyPr/>
          <a:lstStyle/>
          <a:p>
            <a:endParaRPr lang="en-IN" b="1" u="sng"/>
          </a:p>
        </p:txBody>
      </p:sp>
      <p:sp>
        <p:nvSpPr>
          <p:cNvPr id="6" name="Text Placeholder 5">
            <a:extLst>
              <a:ext uri="{FF2B5EF4-FFF2-40B4-BE49-F238E27FC236}">
                <a16:creationId xmlns:a16="http://schemas.microsoft.com/office/drawing/2014/main" id="{9B3BB068-D5A8-F6F0-B7C8-1391E71AA9B1}"/>
              </a:ext>
            </a:extLst>
          </p:cNvPr>
          <p:cNvSpPr>
            <a:spLocks noGrp="1"/>
          </p:cNvSpPr>
          <p:nvPr>
            <p:ph type="body" sz="half" idx="16"/>
          </p:nvPr>
        </p:nvSpPr>
        <p:spPr/>
        <p:txBody>
          <a:bodyPr>
            <a:normAutofit/>
          </a:bodyPr>
          <a:lstStyle/>
          <a:p>
            <a:r>
              <a:rPr lang="en-US" sz="2800"/>
              <a:t>10-50 Years </a:t>
            </a:r>
            <a:endParaRPr lang="en-IN" sz="2800"/>
          </a:p>
        </p:txBody>
      </p:sp>
      <p:sp>
        <p:nvSpPr>
          <p:cNvPr id="7" name="Text Placeholder 6">
            <a:extLst>
              <a:ext uri="{FF2B5EF4-FFF2-40B4-BE49-F238E27FC236}">
                <a16:creationId xmlns:a16="http://schemas.microsoft.com/office/drawing/2014/main" id="{B40FF963-1817-B909-CD1A-EF225206E03C}"/>
              </a:ext>
            </a:extLst>
          </p:cNvPr>
          <p:cNvSpPr>
            <a:spLocks noGrp="1"/>
          </p:cNvSpPr>
          <p:nvPr>
            <p:ph type="body" sz="quarter" idx="13"/>
          </p:nvPr>
        </p:nvSpPr>
        <p:spPr/>
        <p:txBody>
          <a:bodyPr/>
          <a:lstStyle/>
          <a:p>
            <a:endParaRPr lang="en-IN" b="1" u="sng"/>
          </a:p>
        </p:txBody>
      </p:sp>
      <p:sp>
        <p:nvSpPr>
          <p:cNvPr id="8" name="Text Placeholder 7">
            <a:extLst>
              <a:ext uri="{FF2B5EF4-FFF2-40B4-BE49-F238E27FC236}">
                <a16:creationId xmlns:a16="http://schemas.microsoft.com/office/drawing/2014/main" id="{385C1FCE-9F20-6FA7-3F4F-FA562C69EE41}"/>
              </a:ext>
            </a:extLst>
          </p:cNvPr>
          <p:cNvSpPr>
            <a:spLocks noGrp="1"/>
          </p:cNvSpPr>
          <p:nvPr>
            <p:ph type="body" sz="half" idx="17"/>
          </p:nvPr>
        </p:nvSpPr>
        <p:spPr/>
        <p:txBody>
          <a:bodyPr>
            <a:normAutofit/>
          </a:bodyPr>
          <a:lstStyle/>
          <a:p>
            <a:r>
              <a:rPr lang="en-US" sz="2800"/>
              <a:t>ALL OVER INDIA</a:t>
            </a:r>
            <a:endParaRPr lang="en-IN" sz="2800"/>
          </a:p>
        </p:txBody>
      </p:sp>
      <p:graphicFrame>
        <p:nvGraphicFramePr>
          <p:cNvPr id="11" name="Table 10">
            <a:extLst>
              <a:ext uri="{FF2B5EF4-FFF2-40B4-BE49-F238E27FC236}">
                <a16:creationId xmlns:a16="http://schemas.microsoft.com/office/drawing/2014/main" id="{DFC5D7DE-4B5F-A492-1C81-987643B596AC}"/>
              </a:ext>
            </a:extLst>
          </p:cNvPr>
          <p:cNvGraphicFramePr>
            <a:graphicFrameLocks noGrp="1"/>
          </p:cNvGraphicFramePr>
          <p:nvPr>
            <p:extLst>
              <p:ext uri="{D42A27DB-BD31-4B8C-83A1-F6EECF244321}">
                <p14:modId xmlns:p14="http://schemas.microsoft.com/office/powerpoint/2010/main" val="1244249853"/>
              </p:ext>
            </p:extLst>
          </p:nvPr>
        </p:nvGraphicFramePr>
        <p:xfrm>
          <a:off x="832811" y="1727738"/>
          <a:ext cx="10501734" cy="4548687"/>
        </p:xfrm>
        <a:graphic>
          <a:graphicData uri="http://schemas.openxmlformats.org/drawingml/2006/table">
            <a:tbl>
              <a:tblPr firstRow="1" bandRow="1">
                <a:tableStyleId>{073A0DAA-6AF3-43AB-8588-CEC1D06C72B9}</a:tableStyleId>
              </a:tblPr>
              <a:tblGrid>
                <a:gridCol w="3500578">
                  <a:extLst>
                    <a:ext uri="{9D8B030D-6E8A-4147-A177-3AD203B41FA5}">
                      <a16:colId xmlns:a16="http://schemas.microsoft.com/office/drawing/2014/main" val="1210326625"/>
                    </a:ext>
                  </a:extLst>
                </a:gridCol>
                <a:gridCol w="3500578">
                  <a:extLst>
                    <a:ext uri="{9D8B030D-6E8A-4147-A177-3AD203B41FA5}">
                      <a16:colId xmlns:a16="http://schemas.microsoft.com/office/drawing/2014/main" val="3604423487"/>
                    </a:ext>
                  </a:extLst>
                </a:gridCol>
                <a:gridCol w="3500578">
                  <a:extLst>
                    <a:ext uri="{9D8B030D-6E8A-4147-A177-3AD203B41FA5}">
                      <a16:colId xmlns:a16="http://schemas.microsoft.com/office/drawing/2014/main" val="687433358"/>
                    </a:ext>
                  </a:extLst>
                </a:gridCol>
              </a:tblGrid>
              <a:tr h="86366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u="sng"/>
                        <a:t>USER GROUP</a:t>
                      </a:r>
                      <a:endParaRPr lang="en-IN" sz="2000" b="1" u="sng"/>
                    </a:p>
                    <a:p>
                      <a:endParaRPr lang="en-IN"/>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u="sng"/>
                        <a:t>AGE</a:t>
                      </a:r>
                      <a:endParaRPr lang="en-IN" sz="2400" b="1" u="sng"/>
                    </a:p>
                    <a:p>
                      <a:pPr algn="ctr"/>
                      <a:endParaRPr lang="en-IN"/>
                    </a:p>
                  </a:txBody>
                  <a:tcPr/>
                </a:tc>
                <a:tc>
                  <a:txBody>
                    <a:bodyPr/>
                    <a:lstStyle/>
                    <a:p>
                      <a:pPr algn="ctr"/>
                      <a:r>
                        <a:rPr lang="en-US" sz="2000" b="1" u="sng"/>
                        <a:t>LOCATION</a:t>
                      </a:r>
                      <a:endParaRPr lang="en-IN" sz="2000"/>
                    </a:p>
                  </a:txBody>
                  <a:tcPr/>
                </a:tc>
                <a:extLst>
                  <a:ext uri="{0D108BD9-81ED-4DB2-BD59-A6C34878D82A}">
                    <a16:rowId xmlns:a16="http://schemas.microsoft.com/office/drawing/2014/main" val="2996450800"/>
                  </a:ext>
                </a:extLst>
              </a:tr>
              <a:tr h="8636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a:t>Sports Players  </a:t>
                      </a:r>
                      <a:r>
                        <a:rPr lang="en-IN" sz="1800"/>
                        <a:t>&amp; Athletes</a:t>
                      </a:r>
                    </a:p>
                    <a:p>
                      <a:endParaRPr lang="en-IN"/>
                    </a:p>
                  </a:txBody>
                  <a:tcPr/>
                </a:tc>
                <a:tc rowSpan="4">
                  <a:txBody>
                    <a:bodyPr/>
                    <a:lstStyle/>
                    <a:p>
                      <a:pPr algn="ctr"/>
                      <a:endParaRPr lang="en-US" sz="2400" b="0"/>
                    </a:p>
                    <a:p>
                      <a:pPr algn="ctr"/>
                      <a:endParaRPr lang="en-US" sz="2400" b="0"/>
                    </a:p>
                    <a:p>
                      <a:pPr algn="ctr"/>
                      <a:endParaRPr lang="en-US" sz="2400" b="0"/>
                    </a:p>
                    <a:p>
                      <a:pPr algn="ctr"/>
                      <a:r>
                        <a:rPr lang="en-US" sz="2400" b="0"/>
                        <a:t>15-40 Years</a:t>
                      </a:r>
                      <a:endParaRPr lang="en-IN" sz="2400" b="0"/>
                    </a:p>
                  </a:txBody>
                  <a:tcPr/>
                </a:tc>
                <a:tc rowSpan="4">
                  <a:txBody>
                    <a:bodyPr/>
                    <a:lstStyle/>
                    <a:p>
                      <a:pPr algn="ctr"/>
                      <a:endParaRPr lang="en-US" sz="2800" b="0"/>
                    </a:p>
                    <a:p>
                      <a:pPr algn="ctr"/>
                      <a:endParaRPr lang="en-US" sz="2800" b="0"/>
                    </a:p>
                    <a:p>
                      <a:pPr algn="ctr"/>
                      <a:endParaRPr lang="en-US" sz="2400" b="0"/>
                    </a:p>
                    <a:p>
                      <a:pPr algn="ctr"/>
                      <a:r>
                        <a:rPr lang="en-US" sz="2400" b="0"/>
                        <a:t>All over India</a:t>
                      </a:r>
                      <a:endParaRPr lang="en-IN" sz="2400" b="0"/>
                    </a:p>
                  </a:txBody>
                  <a:tcPr/>
                </a:tc>
                <a:extLst>
                  <a:ext uri="{0D108BD9-81ED-4DB2-BD59-A6C34878D82A}">
                    <a16:rowId xmlns:a16="http://schemas.microsoft.com/office/drawing/2014/main" val="575900599"/>
                  </a:ext>
                </a:extLst>
              </a:tr>
              <a:tr h="8636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a:t>Gamers And Streamers</a:t>
                      </a:r>
                    </a:p>
                    <a:p>
                      <a:endParaRPr lang="en-IN"/>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907385472"/>
                  </a:ext>
                </a:extLst>
              </a:tr>
              <a:tr h="10940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a:t>Schools And College Students</a:t>
                      </a:r>
                    </a:p>
                    <a:p>
                      <a:endParaRPr lang="en-IN"/>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036550493"/>
                  </a:ext>
                </a:extLst>
              </a:tr>
              <a:tr h="86366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t>Shop Owners And Venders</a:t>
                      </a:r>
                      <a:endParaRPr lang="en-US" sz="1800" dirty="0"/>
                    </a:p>
                    <a:p>
                      <a:endParaRPr lang="en-IN" dirty="0"/>
                    </a:p>
                  </a:txBody>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014017155"/>
                  </a:ext>
                </a:extLst>
              </a:tr>
            </a:tbl>
          </a:graphicData>
        </a:graphic>
      </p:graphicFrame>
    </p:spTree>
    <p:extLst>
      <p:ext uri="{BB962C8B-B14F-4D97-AF65-F5344CB8AC3E}">
        <p14:creationId xmlns:p14="http://schemas.microsoft.com/office/powerpoint/2010/main" val="3665625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alpha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9E5C5E-8788-2897-72B7-CC9BEDA92C4D}"/>
              </a:ext>
            </a:extLst>
          </p:cNvPr>
          <p:cNvSpPr>
            <a:spLocks noGrp="1"/>
          </p:cNvSpPr>
          <p:nvPr>
            <p:ph type="title"/>
          </p:nvPr>
        </p:nvSpPr>
        <p:spPr>
          <a:xfrm>
            <a:off x="913795" y="963506"/>
            <a:ext cx="3740815" cy="4827693"/>
          </a:xfrm>
        </p:spPr>
        <p:txBody>
          <a:bodyPr>
            <a:normAutofit/>
          </a:bodyPr>
          <a:lstStyle/>
          <a:p>
            <a:pPr algn="r"/>
            <a:r>
              <a:rPr lang="en-US"/>
              <a:t>DESIGN PROCESS</a:t>
            </a:r>
            <a:endParaRPr lang="en-IN"/>
          </a:p>
        </p:txBody>
      </p:sp>
      <p:cxnSp>
        <p:nvCxnSpPr>
          <p:cNvPr id="12" name="Straight Connector 11">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B203F8-E268-C92E-38D5-6EC9D3996755}"/>
              </a:ext>
            </a:extLst>
          </p:cNvPr>
          <p:cNvSpPr>
            <a:spLocks noGrp="1"/>
          </p:cNvSpPr>
          <p:nvPr>
            <p:ph idx="1"/>
          </p:nvPr>
        </p:nvSpPr>
        <p:spPr>
          <a:xfrm>
            <a:off x="5307765" y="963507"/>
            <a:ext cx="5959791" cy="4827694"/>
          </a:xfrm>
          <a:effectLst/>
        </p:spPr>
        <p:txBody>
          <a:bodyPr anchor="ctr">
            <a:normAutofit/>
          </a:bodyPr>
          <a:lstStyle/>
          <a:p>
            <a:pPr>
              <a:buFont typeface="Wingdings" panose="05000000000000000000" pitchFamily="2" charset="2"/>
              <a:buChar char="Ø"/>
            </a:pPr>
            <a:r>
              <a:rPr lang="en-US" b="1">
                <a:solidFill>
                  <a:schemeClr val="tx1"/>
                </a:solidFill>
              </a:rPr>
              <a:t>1st Week  </a:t>
            </a:r>
            <a:r>
              <a:rPr lang="en-US">
                <a:solidFill>
                  <a:schemeClr val="tx1"/>
                </a:solidFill>
              </a:rPr>
              <a:t>– </a:t>
            </a:r>
            <a:r>
              <a:rPr lang="en-US" u="sng">
                <a:solidFill>
                  <a:schemeClr val="tx1"/>
                </a:solidFill>
              </a:rPr>
              <a:t>EMPATHIZE</a:t>
            </a:r>
          </a:p>
          <a:p>
            <a:pPr marL="36900" indent="0">
              <a:buNone/>
            </a:pPr>
            <a:r>
              <a:rPr lang="en-US">
                <a:solidFill>
                  <a:schemeClr val="tx1"/>
                </a:solidFill>
              </a:rPr>
              <a:t>           Competitor Analysis, SWOT Analysis, Research Interview</a:t>
            </a:r>
          </a:p>
          <a:p>
            <a:pPr>
              <a:buFont typeface="Wingdings" panose="05000000000000000000" pitchFamily="2" charset="2"/>
              <a:buChar char="Ø"/>
            </a:pPr>
            <a:r>
              <a:rPr lang="en-US" b="1">
                <a:solidFill>
                  <a:schemeClr val="tx1"/>
                </a:solidFill>
              </a:rPr>
              <a:t>2nd Week </a:t>
            </a:r>
            <a:r>
              <a:rPr lang="en-US">
                <a:solidFill>
                  <a:schemeClr val="tx1"/>
                </a:solidFill>
              </a:rPr>
              <a:t>– Define </a:t>
            </a:r>
          </a:p>
          <a:p>
            <a:pPr marL="36900" indent="0">
              <a:buNone/>
            </a:pPr>
            <a:r>
              <a:rPr lang="en-US">
                <a:solidFill>
                  <a:schemeClr val="tx1"/>
                </a:solidFill>
              </a:rPr>
              <a:t>           Persona Creation, Empathy  Map, User Map</a:t>
            </a:r>
          </a:p>
          <a:p>
            <a:pPr>
              <a:buFont typeface="Wingdings" panose="05000000000000000000" pitchFamily="2" charset="2"/>
              <a:buChar char="Ø"/>
            </a:pPr>
            <a:r>
              <a:rPr lang="en-US" b="1">
                <a:solidFill>
                  <a:schemeClr val="tx1"/>
                </a:solidFill>
              </a:rPr>
              <a:t>3rd Week </a:t>
            </a:r>
            <a:r>
              <a:rPr lang="en-US">
                <a:solidFill>
                  <a:schemeClr val="tx1"/>
                </a:solidFill>
              </a:rPr>
              <a:t>– Ideate</a:t>
            </a:r>
          </a:p>
          <a:p>
            <a:pPr marL="36900" indent="0">
              <a:buNone/>
            </a:pPr>
            <a:r>
              <a:rPr lang="en-US">
                <a:solidFill>
                  <a:schemeClr val="tx1"/>
                </a:solidFill>
              </a:rPr>
              <a:t>           Information Architecture (IA) , User Flow</a:t>
            </a:r>
          </a:p>
          <a:p>
            <a:pPr marL="36900" indent="0">
              <a:buNone/>
            </a:pPr>
            <a:endParaRPr lang="en-IN">
              <a:solidFill>
                <a:schemeClr val="tx1"/>
              </a:solidFill>
            </a:endParaRPr>
          </a:p>
        </p:txBody>
      </p:sp>
    </p:spTree>
    <p:extLst>
      <p:ext uri="{BB962C8B-B14F-4D97-AF65-F5344CB8AC3E}">
        <p14:creationId xmlns:p14="http://schemas.microsoft.com/office/powerpoint/2010/main" val="9215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alpha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E284D0-31CC-3CC0-43FE-732383342F42}"/>
              </a:ext>
            </a:extLst>
          </p:cNvPr>
          <p:cNvSpPr>
            <a:spLocks noGrp="1"/>
          </p:cNvSpPr>
          <p:nvPr>
            <p:ph type="title"/>
          </p:nvPr>
        </p:nvSpPr>
        <p:spPr>
          <a:xfrm>
            <a:off x="913795" y="963506"/>
            <a:ext cx="3740815" cy="4827693"/>
          </a:xfrm>
        </p:spPr>
        <p:txBody>
          <a:bodyPr>
            <a:normAutofit/>
          </a:bodyPr>
          <a:lstStyle/>
          <a:p>
            <a:pPr algn="r"/>
            <a:r>
              <a:rPr lang="en-US"/>
              <a:t>EMPATHIZE</a:t>
            </a:r>
            <a:endParaRPr lang="en-IN"/>
          </a:p>
        </p:txBody>
      </p:sp>
      <p:cxnSp>
        <p:nvCxnSpPr>
          <p:cNvPr id="12" name="Straight Connector 11">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1C2E93-1385-6EF6-DEDF-6E17E4EA305C}"/>
              </a:ext>
            </a:extLst>
          </p:cNvPr>
          <p:cNvSpPr>
            <a:spLocks noGrp="1"/>
          </p:cNvSpPr>
          <p:nvPr>
            <p:ph idx="1"/>
          </p:nvPr>
        </p:nvSpPr>
        <p:spPr>
          <a:xfrm>
            <a:off x="5307765" y="963507"/>
            <a:ext cx="5959791" cy="4827694"/>
          </a:xfrm>
          <a:effectLst/>
        </p:spPr>
        <p:txBody>
          <a:bodyPr anchor="ctr">
            <a:noAutofit/>
          </a:bodyPr>
          <a:lstStyle/>
          <a:p>
            <a:pPr marL="36900" indent="0">
              <a:lnSpc>
                <a:spcPct val="100000"/>
              </a:lnSpc>
              <a:buNone/>
            </a:pPr>
            <a:r>
              <a:rPr lang="en-US" sz="1800">
                <a:solidFill>
                  <a:schemeClr val="tx1"/>
                </a:solidFill>
              </a:rPr>
              <a:t>In my user research, I conducted interviews with 10 individuals, including Sports enthusiast , Athletes and Gamers/Streamers.</a:t>
            </a:r>
          </a:p>
          <a:p>
            <a:pPr>
              <a:lnSpc>
                <a:spcPct val="100000"/>
              </a:lnSpc>
              <a:buFont typeface="Wingdings" panose="05000000000000000000" pitchFamily="2" charset="2"/>
              <a:buChar char="Ø"/>
            </a:pPr>
            <a:r>
              <a:rPr lang="en-US" sz="1800">
                <a:solidFill>
                  <a:schemeClr val="tx1"/>
                </a:solidFill>
              </a:rPr>
              <a:t>Can you describe a recent moment when you felt truly motivated or discouraged during training or competition</a:t>
            </a:r>
          </a:p>
          <a:p>
            <a:pPr>
              <a:lnSpc>
                <a:spcPct val="100000"/>
              </a:lnSpc>
              <a:buFont typeface="Wingdings" panose="05000000000000000000" pitchFamily="2" charset="2"/>
              <a:buChar char="Ø"/>
            </a:pPr>
            <a:r>
              <a:rPr lang="en-US" sz="1800">
                <a:solidFill>
                  <a:schemeClr val="tx1"/>
                </a:solidFill>
              </a:rPr>
              <a:t>What is the biggest challenge you face in accessing sports facilities or equipment?</a:t>
            </a:r>
          </a:p>
          <a:p>
            <a:pPr>
              <a:lnSpc>
                <a:spcPct val="100000"/>
              </a:lnSpc>
              <a:buFont typeface="Wingdings" panose="05000000000000000000" pitchFamily="2" charset="2"/>
              <a:buChar char="Ø"/>
            </a:pPr>
            <a:r>
              <a:rPr lang="en-US" sz="1800">
                <a:solidFill>
                  <a:schemeClr val="tx1"/>
                </a:solidFill>
              </a:rPr>
              <a:t>How do you feel when you miss out on playing because of scheduling or availability issues?</a:t>
            </a:r>
          </a:p>
          <a:p>
            <a:pPr>
              <a:lnSpc>
                <a:spcPct val="100000"/>
              </a:lnSpc>
              <a:buFont typeface="Wingdings" panose="05000000000000000000" pitchFamily="2" charset="2"/>
              <a:buChar char="Ø"/>
            </a:pPr>
            <a:r>
              <a:rPr lang="en-US" sz="1800">
                <a:solidFill>
                  <a:schemeClr val="tx1"/>
                </a:solidFill>
              </a:rPr>
              <a:t>What do you wish your sports environment or community understood about your needs as an amateur athlete?</a:t>
            </a:r>
          </a:p>
          <a:p>
            <a:pPr>
              <a:lnSpc>
                <a:spcPct val="100000"/>
              </a:lnSpc>
              <a:buFont typeface="Wingdings" panose="05000000000000000000" pitchFamily="2" charset="2"/>
              <a:buChar char="Ø"/>
            </a:pPr>
            <a:r>
              <a:rPr lang="en-US" sz="1800">
                <a:solidFill>
                  <a:schemeClr val="tx1"/>
                </a:solidFill>
              </a:rPr>
              <a:t>How do you handle setbacks, like injuries or losses, and what emotional support do you find most helpful?</a:t>
            </a:r>
          </a:p>
          <a:p>
            <a:pPr>
              <a:lnSpc>
                <a:spcPct val="100000"/>
              </a:lnSpc>
              <a:buFont typeface="Wingdings" panose="05000000000000000000" pitchFamily="2" charset="2"/>
              <a:buChar char="Ø"/>
            </a:pPr>
            <a:r>
              <a:rPr lang="en-US" sz="1800">
                <a:solidFill>
                  <a:schemeClr val="tx1"/>
                </a:solidFill>
              </a:rPr>
              <a:t>Can you share a story where a teammate or coach showed empathy or understanding that made a difference?</a:t>
            </a:r>
          </a:p>
          <a:p>
            <a:pPr>
              <a:lnSpc>
                <a:spcPct val="100000"/>
              </a:lnSpc>
              <a:buFont typeface="Wingdings" panose="05000000000000000000" pitchFamily="2" charset="2"/>
              <a:buChar char="Ø"/>
            </a:pPr>
            <a:r>
              <a:rPr lang="en-US" sz="1800">
                <a:solidFill>
                  <a:schemeClr val="tx1"/>
                </a:solidFill>
              </a:rPr>
              <a:t>What would make you feel more included or supported as an amateur in your sport?</a:t>
            </a:r>
          </a:p>
        </p:txBody>
      </p:sp>
    </p:spTree>
    <p:extLst>
      <p:ext uri="{BB962C8B-B14F-4D97-AF65-F5344CB8AC3E}">
        <p14:creationId xmlns:p14="http://schemas.microsoft.com/office/powerpoint/2010/main" val="145583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alpha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97CE52-763F-2187-F574-A96404B6A16E}"/>
              </a:ext>
            </a:extLst>
          </p:cNvPr>
          <p:cNvSpPr>
            <a:spLocks noGrp="1"/>
          </p:cNvSpPr>
          <p:nvPr>
            <p:ph type="title"/>
          </p:nvPr>
        </p:nvSpPr>
        <p:spPr>
          <a:xfrm>
            <a:off x="913795" y="963506"/>
            <a:ext cx="3740815" cy="4827693"/>
          </a:xfrm>
        </p:spPr>
        <p:txBody>
          <a:bodyPr>
            <a:normAutofit/>
          </a:bodyPr>
          <a:lstStyle/>
          <a:p>
            <a:pPr algn="r"/>
            <a:r>
              <a:rPr lang="en-US"/>
              <a:t>USER RESEARCH</a:t>
            </a:r>
            <a:br>
              <a:rPr lang="en-US"/>
            </a:br>
            <a:endParaRPr lang="en-IN"/>
          </a:p>
        </p:txBody>
      </p:sp>
      <p:cxnSp>
        <p:nvCxnSpPr>
          <p:cNvPr id="15" name="Straight Connector 14">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FD3FB813-B1A6-73E1-50B7-AA220D63F553}"/>
              </a:ext>
            </a:extLst>
          </p:cNvPr>
          <p:cNvSpPr>
            <a:spLocks noGrp="1"/>
          </p:cNvSpPr>
          <p:nvPr>
            <p:ph idx="1"/>
          </p:nvPr>
        </p:nvSpPr>
        <p:spPr>
          <a:xfrm>
            <a:off x="5307765" y="963507"/>
            <a:ext cx="5959791" cy="4827694"/>
          </a:xfrm>
          <a:effectLst/>
        </p:spPr>
        <p:txBody>
          <a:bodyPr anchor="ctr">
            <a:normAutofit/>
          </a:bodyPr>
          <a:lstStyle/>
          <a:p>
            <a:pPr>
              <a:lnSpc>
                <a:spcPct val="100000"/>
              </a:lnSpc>
            </a:pPr>
            <a:r>
              <a:rPr lang="en-US" sz="1800" dirty="0">
                <a:solidFill>
                  <a:schemeClr val="tx1"/>
                </a:solidFill>
              </a:rPr>
              <a:t>Online Survey: Gathered responses from 50+ students, gamers, and athletes.</a:t>
            </a:r>
          </a:p>
          <a:p>
            <a:pPr>
              <a:lnSpc>
                <a:spcPct val="100000"/>
              </a:lnSpc>
            </a:pPr>
            <a:r>
              <a:rPr lang="en-US" sz="1800" dirty="0">
                <a:solidFill>
                  <a:schemeClr val="tx1"/>
                </a:solidFill>
              </a:rPr>
              <a:t>User Interviews: Conducted short interviews with 10 users from colleges and local sports clubs.</a:t>
            </a:r>
          </a:p>
          <a:p>
            <a:pPr>
              <a:lnSpc>
                <a:spcPct val="100000"/>
              </a:lnSpc>
            </a:pPr>
            <a:r>
              <a:rPr lang="en-US" sz="1800" dirty="0">
                <a:solidFill>
                  <a:schemeClr val="tx1"/>
                </a:solidFill>
              </a:rPr>
              <a:t>Observation &amp; Competitor Study: Analyzed sports apps like Decathlon, Flipkart Sports, and Sports365.</a:t>
            </a:r>
          </a:p>
          <a:p>
            <a:pPr>
              <a:lnSpc>
                <a:spcPct val="100000"/>
              </a:lnSpc>
            </a:pPr>
            <a:r>
              <a:rPr lang="en-US" sz="1800" dirty="0">
                <a:solidFill>
                  <a:schemeClr val="tx1"/>
                </a:solidFill>
              </a:rPr>
              <a:t>80% of users prefer online shopping for convenience.</a:t>
            </a:r>
          </a:p>
          <a:p>
            <a:pPr>
              <a:lnSpc>
                <a:spcPct val="100000"/>
              </a:lnSpc>
            </a:pPr>
            <a:r>
              <a:rPr lang="en-US" sz="1800" dirty="0">
                <a:solidFill>
                  <a:schemeClr val="tx1"/>
                </a:solidFill>
              </a:rPr>
              <a:t>65% reported difficulty finding local brands or stock availability.</a:t>
            </a:r>
          </a:p>
          <a:p>
            <a:pPr>
              <a:lnSpc>
                <a:spcPct val="100000"/>
              </a:lnSpc>
            </a:pPr>
            <a:r>
              <a:rPr lang="en-US" sz="1800" dirty="0">
                <a:solidFill>
                  <a:schemeClr val="tx1"/>
                </a:solidFill>
              </a:rPr>
              <a:t>Users want trusted seller verification and secure payment options. Students and gamers look for budget-friendly gear and fast delivery.</a:t>
            </a:r>
          </a:p>
          <a:p>
            <a:pPr>
              <a:lnSpc>
                <a:spcPct val="100000"/>
              </a:lnSpc>
            </a:pPr>
            <a:r>
              <a:rPr lang="en-US" sz="1800" dirty="0">
                <a:solidFill>
                  <a:schemeClr val="tx1"/>
                </a:solidFill>
              </a:rPr>
              <a:t>Store owners need a simple interface to list and track products.</a:t>
            </a:r>
            <a:endParaRPr lang="en-IN" sz="1800" dirty="0">
              <a:solidFill>
                <a:schemeClr val="tx1"/>
              </a:solidFill>
            </a:endParaRPr>
          </a:p>
        </p:txBody>
      </p:sp>
    </p:spTree>
    <p:extLst>
      <p:ext uri="{BB962C8B-B14F-4D97-AF65-F5344CB8AC3E}">
        <p14:creationId xmlns:p14="http://schemas.microsoft.com/office/powerpoint/2010/main" val="36711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8CDD186-03E3-4AED-BEB6-0B3BEC2080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0C9E1-79B0-7FFA-8062-D278AB430BE4}"/>
              </a:ext>
            </a:extLst>
          </p:cNvPr>
          <p:cNvSpPr>
            <a:spLocks noGrp="1"/>
          </p:cNvSpPr>
          <p:nvPr>
            <p:ph type="title"/>
          </p:nvPr>
        </p:nvSpPr>
        <p:spPr>
          <a:xfrm>
            <a:off x="913795" y="221912"/>
            <a:ext cx="5978072" cy="1174075"/>
          </a:xfrm>
        </p:spPr>
        <p:txBody>
          <a:bodyPr>
            <a:normAutofit/>
          </a:bodyPr>
          <a:lstStyle/>
          <a:p>
            <a:r>
              <a:rPr lang="en-US" sz="3900"/>
              <a:t>USER PERSONA</a:t>
            </a:r>
            <a:br>
              <a:rPr lang="en-US" sz="3900"/>
            </a:br>
            <a:endParaRPr lang="en-IN" sz="3900"/>
          </a:p>
        </p:txBody>
      </p:sp>
      <p:sp>
        <p:nvSpPr>
          <p:cNvPr id="3" name="Content Placeholder 2">
            <a:extLst>
              <a:ext uri="{FF2B5EF4-FFF2-40B4-BE49-F238E27FC236}">
                <a16:creationId xmlns:a16="http://schemas.microsoft.com/office/drawing/2014/main" id="{35D29DAB-C572-904F-1821-0572AE05ABCA}"/>
              </a:ext>
            </a:extLst>
          </p:cNvPr>
          <p:cNvSpPr>
            <a:spLocks noGrp="1"/>
          </p:cNvSpPr>
          <p:nvPr>
            <p:ph idx="1"/>
          </p:nvPr>
        </p:nvSpPr>
        <p:spPr>
          <a:xfrm>
            <a:off x="913795" y="1898949"/>
            <a:ext cx="5978072" cy="3722748"/>
          </a:xfrm>
        </p:spPr>
        <p:txBody>
          <a:bodyPr anchor="ctr">
            <a:noAutofit/>
          </a:bodyPr>
          <a:lstStyle/>
          <a:p>
            <a:pPr>
              <a:lnSpc>
                <a:spcPct val="100000"/>
              </a:lnSpc>
              <a:buClr>
                <a:srgbClr val="FFC276"/>
              </a:buClr>
            </a:pPr>
            <a:r>
              <a:rPr lang="en-IN" sz="1800"/>
              <a:t>User Persona 1 - Sports Player</a:t>
            </a:r>
          </a:p>
          <a:p>
            <a:pPr>
              <a:lnSpc>
                <a:spcPct val="100000"/>
              </a:lnSpc>
              <a:buClr>
                <a:srgbClr val="FFC276"/>
              </a:buClr>
            </a:pPr>
            <a:r>
              <a:rPr lang="en-IN" sz="1800"/>
              <a:t>Name: Rahul Kumar  </a:t>
            </a:r>
          </a:p>
          <a:p>
            <a:pPr>
              <a:lnSpc>
                <a:spcPct val="100000"/>
              </a:lnSpc>
              <a:buClr>
                <a:srgbClr val="FFC276"/>
              </a:buClr>
            </a:pPr>
            <a:r>
              <a:rPr lang="en-IN" sz="1800"/>
              <a:t>Age: 21 </a:t>
            </a:r>
          </a:p>
          <a:p>
            <a:pPr>
              <a:lnSpc>
                <a:spcPct val="100000"/>
              </a:lnSpc>
              <a:buClr>
                <a:srgbClr val="FFC276"/>
              </a:buClr>
            </a:pPr>
            <a:r>
              <a:rPr lang="en-IN" sz="1800"/>
              <a:t>Occupation: College Student &amp; Football Player</a:t>
            </a:r>
          </a:p>
          <a:p>
            <a:pPr>
              <a:lnSpc>
                <a:spcPct val="100000"/>
              </a:lnSpc>
              <a:buClr>
                <a:srgbClr val="FFC276"/>
              </a:buClr>
            </a:pPr>
            <a:r>
              <a:rPr lang="en-IN" sz="1800"/>
              <a:t>Location: Chennai, India</a:t>
            </a:r>
          </a:p>
          <a:p>
            <a:pPr>
              <a:lnSpc>
                <a:spcPct val="100000"/>
              </a:lnSpc>
              <a:buClr>
                <a:srgbClr val="FFC276"/>
              </a:buClr>
            </a:pPr>
            <a:r>
              <a:rPr lang="en-IN" sz="1800"/>
              <a:t>About: Rahul is a college athlete who regularly participates in football tournaments. He often struggles to find quality sports gear nearby and wants an easy online platform to buy trusted products.</a:t>
            </a:r>
          </a:p>
          <a:p>
            <a:pPr>
              <a:lnSpc>
                <a:spcPct val="100000"/>
              </a:lnSpc>
              <a:buClr>
                <a:srgbClr val="FFC276"/>
              </a:buClr>
            </a:pPr>
            <a:r>
              <a:rPr lang="en-IN" sz="1800"/>
              <a:t>Goals: Buy affordable, branded sports items online.</a:t>
            </a:r>
          </a:p>
          <a:p>
            <a:pPr>
              <a:lnSpc>
                <a:spcPct val="100000"/>
              </a:lnSpc>
              <a:buClr>
                <a:srgbClr val="FFC276"/>
              </a:buClr>
            </a:pPr>
            <a:r>
              <a:rPr lang="en-IN" sz="1800"/>
              <a:t>Track product delivery with QR codes.</a:t>
            </a:r>
          </a:p>
          <a:p>
            <a:pPr>
              <a:lnSpc>
                <a:spcPct val="100000"/>
              </a:lnSpc>
              <a:buClr>
                <a:srgbClr val="FFC276"/>
              </a:buClr>
            </a:pPr>
            <a:r>
              <a:rPr lang="en-IN" sz="1800"/>
              <a:t>Compare prices and reviews easily.</a:t>
            </a:r>
          </a:p>
          <a:p>
            <a:pPr>
              <a:lnSpc>
                <a:spcPct val="100000"/>
              </a:lnSpc>
              <a:buClr>
                <a:srgbClr val="FFC276"/>
              </a:buClr>
            </a:pPr>
            <a:r>
              <a:rPr lang="en-IN" sz="1800"/>
              <a:t>Access sports gear anytime, anywhere.</a:t>
            </a:r>
          </a:p>
          <a:p>
            <a:pPr>
              <a:lnSpc>
                <a:spcPct val="100000"/>
              </a:lnSpc>
              <a:buClr>
                <a:srgbClr val="FFC276"/>
              </a:buClr>
            </a:pPr>
            <a:r>
              <a:rPr lang="en-IN" sz="1800"/>
              <a:t>Frustrations: Poor product availability in local stores.</a:t>
            </a:r>
          </a:p>
          <a:p>
            <a:pPr>
              <a:lnSpc>
                <a:spcPct val="100000"/>
              </a:lnSpc>
              <a:buClr>
                <a:srgbClr val="FFC276"/>
              </a:buClr>
            </a:pPr>
            <a:r>
              <a:rPr lang="en-IN" sz="1800"/>
              <a:t>No proper comparison between brands. Delayed or unreliable deliveries.</a:t>
            </a:r>
          </a:p>
        </p:txBody>
      </p:sp>
      <p:pic>
        <p:nvPicPr>
          <p:cNvPr id="42" name="Picture 41">
            <a:extLst>
              <a:ext uri="{FF2B5EF4-FFF2-40B4-BE49-F238E27FC236}">
                <a16:creationId xmlns:a16="http://schemas.microsoft.com/office/drawing/2014/main" id="{1CF706DA-13E8-4A4F-9260-551FB8127B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5" name="Picture 4" descr="A person with beard smiling with arms crossed&#10;&#10;AI-generated content may be incorrect.">
            <a:extLst>
              <a:ext uri="{FF2B5EF4-FFF2-40B4-BE49-F238E27FC236}">
                <a16:creationId xmlns:a16="http://schemas.microsoft.com/office/drawing/2014/main" id="{99E0A6E2-E7D4-1B40-2486-9D164018395B}"/>
              </a:ext>
            </a:extLst>
          </p:cNvPr>
          <p:cNvPicPr>
            <a:picLocks noChangeAspect="1"/>
          </p:cNvPicPr>
          <p:nvPr/>
        </p:nvPicPr>
        <p:blipFill>
          <a:blip r:embed="rId4"/>
          <a:srcRect r="2" b="15384"/>
          <a:stretch>
            <a:fillRect/>
          </a:stretch>
        </p:blipFill>
        <p:spPr>
          <a:xfrm>
            <a:off x="7589521" y="591477"/>
            <a:ext cx="3995592" cy="5103372"/>
          </a:xfrm>
          <a:prstGeom prst="rect">
            <a:avLst/>
          </a:prstGeom>
        </p:spPr>
      </p:pic>
    </p:spTree>
    <p:extLst>
      <p:ext uri="{BB962C8B-B14F-4D97-AF65-F5344CB8AC3E}">
        <p14:creationId xmlns:p14="http://schemas.microsoft.com/office/powerpoint/2010/main" val="1104563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A2456A0-13DF-4BA8-9BDD-168E874C4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50EE5B-C604-3C42-567C-29D3EB7FDEA6}"/>
              </a:ext>
            </a:extLst>
          </p:cNvPr>
          <p:cNvSpPr>
            <a:spLocks noGrp="1"/>
          </p:cNvSpPr>
          <p:nvPr>
            <p:ph type="title"/>
          </p:nvPr>
        </p:nvSpPr>
        <p:spPr>
          <a:xfrm>
            <a:off x="913795" y="362712"/>
            <a:ext cx="5978072" cy="1556702"/>
          </a:xfrm>
        </p:spPr>
        <p:txBody>
          <a:bodyPr>
            <a:normAutofit/>
          </a:bodyPr>
          <a:lstStyle/>
          <a:p>
            <a:r>
              <a:rPr lang="en-US" sz="4300"/>
              <a:t>EMPATHY MAPPING</a:t>
            </a:r>
            <a:br>
              <a:rPr lang="en-US" sz="4300"/>
            </a:br>
            <a:endParaRPr lang="en-IN" sz="4300"/>
          </a:p>
        </p:txBody>
      </p:sp>
      <p:sp>
        <p:nvSpPr>
          <p:cNvPr id="3" name="Content Placeholder 2">
            <a:extLst>
              <a:ext uri="{FF2B5EF4-FFF2-40B4-BE49-F238E27FC236}">
                <a16:creationId xmlns:a16="http://schemas.microsoft.com/office/drawing/2014/main" id="{67849A04-3620-DB4D-C43C-0B2212E6454C}"/>
              </a:ext>
            </a:extLst>
          </p:cNvPr>
          <p:cNvSpPr>
            <a:spLocks noGrp="1"/>
          </p:cNvSpPr>
          <p:nvPr>
            <p:ph idx="1"/>
          </p:nvPr>
        </p:nvSpPr>
        <p:spPr>
          <a:xfrm>
            <a:off x="576072" y="1525091"/>
            <a:ext cx="6315795" cy="3340119"/>
          </a:xfrm>
        </p:spPr>
        <p:txBody>
          <a:bodyPr anchor="t">
            <a:noAutofit/>
          </a:bodyPr>
          <a:lstStyle/>
          <a:p>
            <a:pPr>
              <a:lnSpc>
                <a:spcPct val="100000"/>
              </a:lnSpc>
              <a:buFont typeface="Wingdings" panose="05000000000000000000" pitchFamily="2" charset="2"/>
              <a:buChar char="Ø"/>
            </a:pPr>
            <a:r>
              <a:rPr lang="en-US" sz="1800"/>
              <a:t>USER 2 : </a:t>
            </a:r>
            <a:r>
              <a:rPr lang="en-IN" sz="1800"/>
              <a:t>Rahul Kumar </a:t>
            </a:r>
            <a:r>
              <a:rPr lang="en-US" sz="1800"/>
              <a:t>(Vendor)</a:t>
            </a:r>
          </a:p>
          <a:p>
            <a:pPr marL="36900" indent="0">
              <a:lnSpc>
                <a:spcPct val="100000"/>
              </a:lnSpc>
              <a:buNone/>
            </a:pPr>
            <a:r>
              <a:rPr lang="en-US" sz="1800" b="1"/>
              <a:t>      SAYS:</a:t>
            </a:r>
          </a:p>
          <a:p>
            <a:pPr>
              <a:lnSpc>
                <a:spcPct val="100000"/>
              </a:lnSpc>
              <a:buFont typeface="Wingdings" panose="05000000000000000000" pitchFamily="2" charset="2"/>
              <a:buChar char="Ø"/>
            </a:pPr>
            <a:r>
              <a:rPr lang="en-US" sz="1800"/>
              <a:t>"I want to expand my sports shop online.“</a:t>
            </a:r>
          </a:p>
          <a:p>
            <a:pPr>
              <a:lnSpc>
                <a:spcPct val="100000"/>
              </a:lnSpc>
              <a:buFont typeface="Wingdings" panose="05000000000000000000" pitchFamily="2" charset="2"/>
              <a:buChar char="Ø"/>
            </a:pPr>
            <a:r>
              <a:rPr lang="en-US" sz="1800"/>
              <a:t>"It's hard to manage orders manually.“</a:t>
            </a:r>
          </a:p>
          <a:p>
            <a:pPr marL="36900" indent="0">
              <a:lnSpc>
                <a:spcPct val="100000"/>
              </a:lnSpc>
              <a:buNone/>
            </a:pPr>
            <a:r>
              <a:rPr lang="en-US" sz="1800" b="1"/>
              <a:t>     THINKS:</a:t>
            </a:r>
          </a:p>
          <a:p>
            <a:pPr>
              <a:lnSpc>
                <a:spcPct val="100000"/>
              </a:lnSpc>
              <a:buFont typeface="Wingdings" panose="05000000000000000000" pitchFamily="2" charset="2"/>
              <a:buChar char="Ø"/>
            </a:pPr>
            <a:r>
              <a:rPr lang="en-US" sz="1800"/>
              <a:t>"Online presence will increase my customer base.“</a:t>
            </a:r>
          </a:p>
          <a:p>
            <a:pPr>
              <a:lnSpc>
                <a:spcPct val="100000"/>
              </a:lnSpc>
              <a:buFont typeface="Wingdings" panose="05000000000000000000" pitchFamily="2" charset="2"/>
              <a:buChar char="Ø"/>
            </a:pPr>
            <a:r>
              <a:rPr lang="en-US" sz="1800"/>
              <a:t>"A simple dashboard would make my work easier.“</a:t>
            </a:r>
          </a:p>
          <a:p>
            <a:pPr marL="36900" indent="0">
              <a:lnSpc>
                <a:spcPct val="100000"/>
              </a:lnSpc>
              <a:buNone/>
            </a:pPr>
            <a:r>
              <a:rPr lang="en-US" sz="1800"/>
              <a:t>      DOES:</a:t>
            </a:r>
          </a:p>
          <a:p>
            <a:pPr>
              <a:lnSpc>
                <a:spcPct val="100000"/>
              </a:lnSpc>
              <a:buFont typeface="Wingdings" panose="05000000000000000000" pitchFamily="2" charset="2"/>
              <a:buChar char="Ø"/>
            </a:pPr>
            <a:r>
              <a:rPr lang="en-US" sz="1800"/>
              <a:t>Manages orders using notebooks and phone calls.</a:t>
            </a:r>
          </a:p>
          <a:p>
            <a:pPr>
              <a:lnSpc>
                <a:spcPct val="100000"/>
              </a:lnSpc>
              <a:buFont typeface="Wingdings" panose="05000000000000000000" pitchFamily="2" charset="2"/>
              <a:buChar char="Ø"/>
            </a:pPr>
            <a:r>
              <a:rPr lang="en-US" sz="1800"/>
              <a:t>Promotes her shop through local ads.</a:t>
            </a:r>
          </a:p>
          <a:p>
            <a:pPr marL="36900" indent="0">
              <a:lnSpc>
                <a:spcPct val="100000"/>
              </a:lnSpc>
              <a:buNone/>
            </a:pPr>
            <a:r>
              <a:rPr lang="en-US" sz="1800"/>
              <a:t>      FEELS:</a:t>
            </a:r>
          </a:p>
          <a:p>
            <a:pPr>
              <a:lnSpc>
                <a:spcPct val="100000"/>
              </a:lnSpc>
              <a:buFont typeface="Wingdings" panose="05000000000000000000" pitchFamily="2" charset="2"/>
              <a:buChar char="Ø"/>
            </a:pPr>
            <a:r>
              <a:rPr lang="en-US" sz="1800"/>
              <a:t>Overwhelmed with offline tasks.</a:t>
            </a:r>
          </a:p>
          <a:p>
            <a:pPr>
              <a:lnSpc>
                <a:spcPct val="100000"/>
              </a:lnSpc>
              <a:buFont typeface="Wingdings" panose="05000000000000000000" pitchFamily="2" charset="2"/>
              <a:buChar char="Ø"/>
            </a:pPr>
            <a:r>
              <a:rPr lang="en-US" sz="1800"/>
              <a:t>Hopeful about going digital with Arena Hub.</a:t>
            </a:r>
          </a:p>
        </p:txBody>
      </p:sp>
      <p:pic>
        <p:nvPicPr>
          <p:cNvPr id="26" name="Picture 25">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5" name="Picture 4" descr="A person with beard smiling with arms crossed">
            <a:extLst>
              <a:ext uri="{FF2B5EF4-FFF2-40B4-BE49-F238E27FC236}">
                <a16:creationId xmlns:a16="http://schemas.microsoft.com/office/drawing/2014/main" id="{E7CE31D1-D8A0-E87F-C218-6FA4A4BADFD5}"/>
              </a:ext>
            </a:extLst>
          </p:cNvPr>
          <p:cNvPicPr>
            <a:picLocks noChangeAspect="1"/>
          </p:cNvPicPr>
          <p:nvPr/>
        </p:nvPicPr>
        <p:blipFill>
          <a:blip r:embed="rId4"/>
          <a:stretch>
            <a:fillRect/>
          </a:stretch>
        </p:blipFill>
        <p:spPr>
          <a:xfrm>
            <a:off x="8021960" y="643464"/>
            <a:ext cx="3380983" cy="5103372"/>
          </a:xfrm>
          <a:prstGeom prst="rect">
            <a:avLst/>
          </a:prstGeom>
        </p:spPr>
      </p:pic>
    </p:spTree>
    <p:extLst>
      <p:ext uri="{BB962C8B-B14F-4D97-AF65-F5344CB8AC3E}">
        <p14:creationId xmlns:p14="http://schemas.microsoft.com/office/powerpoint/2010/main" val="771125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233C1-2E45-27B3-8360-C20FAD195D74}"/>
              </a:ext>
            </a:extLst>
          </p:cNvPr>
          <p:cNvSpPr>
            <a:spLocks noGrp="1"/>
          </p:cNvSpPr>
          <p:nvPr>
            <p:ph type="title"/>
          </p:nvPr>
        </p:nvSpPr>
        <p:spPr>
          <a:xfrm>
            <a:off x="636420" y="1204222"/>
            <a:ext cx="3382832" cy="2224778"/>
          </a:xfrm>
        </p:spPr>
        <p:txBody>
          <a:bodyPr vert="horz" lIns="91440" tIns="45720" rIns="91440" bIns="45720" rtlCol="0" anchor="b">
            <a:normAutofit/>
          </a:bodyPr>
          <a:lstStyle/>
          <a:p>
            <a:pPr algn="l"/>
            <a:r>
              <a:rPr lang="en-US" sz="3300"/>
              <a:t>INFORMATION ARCHITECTURE</a:t>
            </a:r>
          </a:p>
        </p:txBody>
      </p:sp>
      <p:sp>
        <p:nvSpPr>
          <p:cNvPr id="12" name="Rectangle 11">
            <a:extLst>
              <a:ext uri="{FF2B5EF4-FFF2-40B4-BE49-F238E27FC236}">
                <a16:creationId xmlns:a16="http://schemas.microsoft.com/office/drawing/2014/main" id="{A6D87845-294F-40CB-BC48-46455460D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5671" y="0"/>
            <a:ext cx="753632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software flowchart&#10;&#10;AI-generated content may be incorrect.">
            <a:extLst>
              <a:ext uri="{FF2B5EF4-FFF2-40B4-BE49-F238E27FC236}">
                <a16:creationId xmlns:a16="http://schemas.microsoft.com/office/drawing/2014/main" id="{47AEC3FD-CB21-584B-0EA8-9BDDA88EE6C9}"/>
              </a:ext>
            </a:extLst>
          </p:cNvPr>
          <p:cNvPicPr>
            <a:picLocks noGrp="1" noChangeAspect="1"/>
          </p:cNvPicPr>
          <p:nvPr>
            <p:ph idx="1"/>
          </p:nvPr>
        </p:nvPicPr>
        <p:blipFill>
          <a:blip r:embed="rId3"/>
          <a:stretch>
            <a:fillRect/>
          </a:stretch>
        </p:blipFill>
        <p:spPr>
          <a:xfrm>
            <a:off x="4655671" y="0"/>
            <a:ext cx="7536329" cy="6858000"/>
          </a:xfrm>
          <a:prstGeom prst="rect">
            <a:avLst/>
          </a:prstGeom>
        </p:spPr>
      </p:pic>
    </p:spTree>
    <p:extLst>
      <p:ext uri="{BB962C8B-B14F-4D97-AF65-F5344CB8AC3E}">
        <p14:creationId xmlns:p14="http://schemas.microsoft.com/office/powerpoint/2010/main" val="3982560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70A317-DCED-4E80-AA2D-467D8702E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E967B-361F-1C53-D37A-415228F3BC52}"/>
              </a:ext>
            </a:extLst>
          </p:cNvPr>
          <p:cNvSpPr>
            <a:spLocks noGrp="1"/>
          </p:cNvSpPr>
          <p:nvPr>
            <p:ph type="title"/>
          </p:nvPr>
        </p:nvSpPr>
        <p:spPr>
          <a:xfrm>
            <a:off x="635733" y="117753"/>
            <a:ext cx="3382832" cy="3499549"/>
          </a:xfrm>
        </p:spPr>
        <p:txBody>
          <a:bodyPr vert="horz" lIns="91440" tIns="45720" rIns="91440" bIns="45720" rtlCol="0" anchor="b">
            <a:normAutofit/>
          </a:bodyPr>
          <a:lstStyle/>
          <a:p>
            <a:pPr algn="l"/>
            <a:r>
              <a:rPr lang="en-US" sz="4200"/>
              <a:t>USER FLOW</a:t>
            </a:r>
          </a:p>
        </p:txBody>
      </p:sp>
      <p:pic>
        <p:nvPicPr>
          <p:cNvPr id="5" name="Content Placeholder 4" descr="A diagram of a product&#10;&#10;AI-generated content may be incorrect.">
            <a:extLst>
              <a:ext uri="{FF2B5EF4-FFF2-40B4-BE49-F238E27FC236}">
                <a16:creationId xmlns:a16="http://schemas.microsoft.com/office/drawing/2014/main" id="{1012C5DF-1A2A-9113-A8A8-C442F041053C}"/>
              </a:ext>
            </a:extLst>
          </p:cNvPr>
          <p:cNvPicPr>
            <a:picLocks noGrp="1" noChangeAspect="1"/>
          </p:cNvPicPr>
          <p:nvPr>
            <p:ph idx="1"/>
          </p:nvPr>
        </p:nvPicPr>
        <p:blipFill>
          <a:blip r:embed="rId3"/>
          <a:srcRect l="4431" r="770" b="-1"/>
          <a:stretch>
            <a:fillRect/>
          </a:stretch>
        </p:blipFill>
        <p:spPr>
          <a:xfrm>
            <a:off x="4654297" y="10"/>
            <a:ext cx="7537704" cy="6857990"/>
          </a:xfrm>
          <a:prstGeom prst="rect">
            <a:avLst/>
          </a:prstGeom>
        </p:spPr>
      </p:pic>
    </p:spTree>
    <p:extLst>
      <p:ext uri="{BB962C8B-B14F-4D97-AF65-F5344CB8AC3E}">
        <p14:creationId xmlns:p14="http://schemas.microsoft.com/office/powerpoint/2010/main" val="164306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4031E-0A2C-25C7-8AEC-42F132666C66}"/>
              </a:ext>
            </a:extLst>
          </p:cNvPr>
          <p:cNvSpPr/>
          <p:nvPr/>
        </p:nvSpPr>
        <p:spPr>
          <a:xfrm>
            <a:off x="545281" y="1273440"/>
            <a:ext cx="2271251" cy="4663204"/>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31A16EC-8827-5B1C-952A-0D26246651A2}"/>
              </a:ext>
            </a:extLst>
          </p:cNvPr>
          <p:cNvSpPr/>
          <p:nvPr/>
        </p:nvSpPr>
        <p:spPr>
          <a:xfrm>
            <a:off x="3515770" y="1259079"/>
            <a:ext cx="2271251" cy="4663204"/>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a:t>
            </a:r>
            <a:endParaRPr lang="en-IN"/>
          </a:p>
        </p:txBody>
      </p:sp>
      <p:sp>
        <p:nvSpPr>
          <p:cNvPr id="6" name="Rectangle 5">
            <a:extLst>
              <a:ext uri="{FF2B5EF4-FFF2-40B4-BE49-F238E27FC236}">
                <a16:creationId xmlns:a16="http://schemas.microsoft.com/office/drawing/2014/main" id="{1D57DEE7-F293-D786-E02D-EA9719BBB2A1}"/>
              </a:ext>
            </a:extLst>
          </p:cNvPr>
          <p:cNvSpPr/>
          <p:nvPr/>
        </p:nvSpPr>
        <p:spPr>
          <a:xfrm>
            <a:off x="6570571" y="1259079"/>
            <a:ext cx="2271251" cy="4663204"/>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6B30345F-863A-B2CE-28E4-7AB486543684}"/>
              </a:ext>
            </a:extLst>
          </p:cNvPr>
          <p:cNvSpPr/>
          <p:nvPr/>
        </p:nvSpPr>
        <p:spPr>
          <a:xfrm>
            <a:off x="9541060" y="1259079"/>
            <a:ext cx="2271251" cy="4663204"/>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 name="Group 13">
            <a:extLst>
              <a:ext uri="{FF2B5EF4-FFF2-40B4-BE49-F238E27FC236}">
                <a16:creationId xmlns:a16="http://schemas.microsoft.com/office/drawing/2014/main" id="{CA3DDDA0-A849-C514-9245-6F6F44306255}"/>
              </a:ext>
            </a:extLst>
          </p:cNvPr>
          <p:cNvGrpSpPr/>
          <p:nvPr/>
        </p:nvGrpSpPr>
        <p:grpSpPr>
          <a:xfrm>
            <a:off x="375919" y="6014999"/>
            <a:ext cx="11816081" cy="523220"/>
            <a:chOff x="375919" y="6014999"/>
            <a:chExt cx="11816081" cy="523220"/>
          </a:xfrm>
        </p:grpSpPr>
        <p:sp>
          <p:nvSpPr>
            <p:cNvPr id="9" name="TextBox 8">
              <a:extLst>
                <a:ext uri="{FF2B5EF4-FFF2-40B4-BE49-F238E27FC236}">
                  <a16:creationId xmlns:a16="http://schemas.microsoft.com/office/drawing/2014/main" id="{E8FF809B-1C36-CFD5-C55B-EE32A3EFDDA2}"/>
                </a:ext>
              </a:extLst>
            </p:cNvPr>
            <p:cNvSpPr txBox="1"/>
            <p:nvPr/>
          </p:nvSpPr>
          <p:spPr>
            <a:xfrm>
              <a:off x="375919" y="6014999"/>
              <a:ext cx="5900011" cy="523220"/>
            </a:xfrm>
            <a:prstGeom prst="rect">
              <a:avLst/>
            </a:prstGeom>
            <a:noFill/>
          </p:spPr>
          <p:txBody>
            <a:bodyPr wrap="square">
              <a:spAutoFit/>
            </a:bodyPr>
            <a:lstStyle/>
            <a:p>
              <a:pPr algn="ctr"/>
              <a:r>
                <a:rPr lang="en-US" sz="2500"/>
                <a:t>Login                          Sign</a:t>
              </a:r>
              <a:r>
                <a:rPr lang="en-US" sz="2800"/>
                <a:t> In</a:t>
              </a:r>
              <a:endParaRPr lang="en-IN" sz="2500"/>
            </a:p>
          </p:txBody>
        </p:sp>
        <p:sp>
          <p:nvSpPr>
            <p:cNvPr id="11" name="TextBox 10">
              <a:extLst>
                <a:ext uri="{FF2B5EF4-FFF2-40B4-BE49-F238E27FC236}">
                  <a16:creationId xmlns:a16="http://schemas.microsoft.com/office/drawing/2014/main" id="{AC61700A-BAB1-D212-FCD2-4B19C3CB24FF}"/>
                </a:ext>
              </a:extLst>
            </p:cNvPr>
            <p:cNvSpPr txBox="1"/>
            <p:nvPr/>
          </p:nvSpPr>
          <p:spPr>
            <a:xfrm>
              <a:off x="6096000" y="6041874"/>
              <a:ext cx="3246284" cy="477054"/>
            </a:xfrm>
            <a:prstGeom prst="rect">
              <a:avLst/>
            </a:prstGeom>
            <a:noFill/>
          </p:spPr>
          <p:txBody>
            <a:bodyPr wrap="square">
              <a:spAutoFit/>
            </a:bodyPr>
            <a:lstStyle/>
            <a:p>
              <a:pPr algn="ctr"/>
              <a:r>
                <a:rPr lang="en-US" sz="2500"/>
                <a:t>Home page</a:t>
              </a:r>
              <a:endParaRPr lang="en-IN" sz="2500"/>
            </a:p>
          </p:txBody>
        </p:sp>
        <p:sp>
          <p:nvSpPr>
            <p:cNvPr id="13" name="TextBox 12">
              <a:extLst>
                <a:ext uri="{FF2B5EF4-FFF2-40B4-BE49-F238E27FC236}">
                  <a16:creationId xmlns:a16="http://schemas.microsoft.com/office/drawing/2014/main" id="{829FC0C2-A2AF-823B-E275-5D939BF5A8B1}"/>
                </a:ext>
              </a:extLst>
            </p:cNvPr>
            <p:cNvSpPr txBox="1"/>
            <p:nvPr/>
          </p:nvSpPr>
          <p:spPr>
            <a:xfrm>
              <a:off x="9498125" y="6018791"/>
              <a:ext cx="2693875" cy="477054"/>
            </a:xfrm>
            <a:prstGeom prst="rect">
              <a:avLst/>
            </a:prstGeom>
            <a:noFill/>
          </p:spPr>
          <p:txBody>
            <a:bodyPr wrap="square">
              <a:spAutoFit/>
            </a:bodyPr>
            <a:lstStyle/>
            <a:p>
              <a:pPr algn="ctr"/>
              <a:r>
                <a:rPr lang="en-US" sz="2500"/>
                <a:t>Profile</a:t>
              </a:r>
              <a:endParaRPr lang="en-IN" sz="2500"/>
            </a:p>
          </p:txBody>
        </p:sp>
      </p:grpSp>
      <p:sp>
        <p:nvSpPr>
          <p:cNvPr id="16" name="TextBox 15">
            <a:extLst>
              <a:ext uri="{FF2B5EF4-FFF2-40B4-BE49-F238E27FC236}">
                <a16:creationId xmlns:a16="http://schemas.microsoft.com/office/drawing/2014/main" id="{66A6C1E5-5B72-9FD1-2E2D-08A975E86A6B}"/>
              </a:ext>
            </a:extLst>
          </p:cNvPr>
          <p:cNvSpPr txBox="1"/>
          <p:nvPr/>
        </p:nvSpPr>
        <p:spPr>
          <a:xfrm>
            <a:off x="2946400" y="339072"/>
            <a:ext cx="6096000" cy="553998"/>
          </a:xfrm>
          <a:prstGeom prst="rect">
            <a:avLst/>
          </a:prstGeom>
          <a:noFill/>
        </p:spPr>
        <p:txBody>
          <a:bodyPr wrap="square">
            <a:spAutoFit/>
          </a:bodyPr>
          <a:lstStyle/>
          <a:p>
            <a:pPr algn="ctr"/>
            <a:r>
              <a:rPr lang="en-US" sz="3000"/>
              <a:t>UI Design Kit: Low Fidelity</a:t>
            </a:r>
            <a:endParaRPr lang="en-IN" sz="3000"/>
          </a:p>
        </p:txBody>
      </p:sp>
    </p:spTree>
    <p:extLst>
      <p:ext uri="{BB962C8B-B14F-4D97-AF65-F5344CB8AC3E}">
        <p14:creationId xmlns:p14="http://schemas.microsoft.com/office/powerpoint/2010/main" val="1100808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71DCB5-3D63-455E-AE33-B6E25BB1B1F1}"/>
              </a:ext>
            </a:extLst>
          </p:cNvPr>
          <p:cNvSpPr/>
          <p:nvPr/>
        </p:nvSpPr>
        <p:spPr>
          <a:xfrm>
            <a:off x="460969" y="1259079"/>
            <a:ext cx="2271251" cy="4663204"/>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E905BAAA-3688-579F-BDA2-86D8FDE8BD72}"/>
              </a:ext>
            </a:extLst>
          </p:cNvPr>
          <p:cNvSpPr/>
          <p:nvPr/>
        </p:nvSpPr>
        <p:spPr>
          <a:xfrm>
            <a:off x="3492418" y="1259079"/>
            <a:ext cx="2271251" cy="4663204"/>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B6D9EC0-A602-B5FF-6F3A-1493A0ACFD7F}"/>
              </a:ext>
            </a:extLst>
          </p:cNvPr>
          <p:cNvSpPr/>
          <p:nvPr/>
        </p:nvSpPr>
        <p:spPr>
          <a:xfrm>
            <a:off x="6465529" y="1259079"/>
            <a:ext cx="2271251" cy="4663204"/>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87F9AA3-AB5D-4C1F-DB5E-57DE3355F2A9}"/>
              </a:ext>
            </a:extLst>
          </p:cNvPr>
          <p:cNvSpPr/>
          <p:nvPr/>
        </p:nvSpPr>
        <p:spPr>
          <a:xfrm>
            <a:off x="9378500" y="1259079"/>
            <a:ext cx="2271251" cy="4663204"/>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3D82302-3E6E-16F9-51F4-C6B5FD44DB34}"/>
              </a:ext>
            </a:extLst>
          </p:cNvPr>
          <p:cNvGrpSpPr/>
          <p:nvPr/>
        </p:nvGrpSpPr>
        <p:grpSpPr>
          <a:xfrm>
            <a:off x="375919" y="6014999"/>
            <a:ext cx="11816081" cy="523220"/>
            <a:chOff x="375919" y="6014999"/>
            <a:chExt cx="11816081" cy="523220"/>
          </a:xfrm>
        </p:grpSpPr>
        <p:sp>
          <p:nvSpPr>
            <p:cNvPr id="7" name="TextBox 6">
              <a:extLst>
                <a:ext uri="{FF2B5EF4-FFF2-40B4-BE49-F238E27FC236}">
                  <a16:creationId xmlns:a16="http://schemas.microsoft.com/office/drawing/2014/main" id="{0E00C960-D237-42A3-CE11-D065686D1449}"/>
                </a:ext>
              </a:extLst>
            </p:cNvPr>
            <p:cNvSpPr txBox="1"/>
            <p:nvPr/>
          </p:nvSpPr>
          <p:spPr>
            <a:xfrm>
              <a:off x="375919" y="6014999"/>
              <a:ext cx="5900011" cy="523220"/>
            </a:xfrm>
            <a:prstGeom prst="rect">
              <a:avLst/>
            </a:prstGeom>
            <a:noFill/>
          </p:spPr>
          <p:txBody>
            <a:bodyPr wrap="square">
              <a:spAutoFit/>
            </a:bodyPr>
            <a:lstStyle/>
            <a:p>
              <a:pPr algn="ctr"/>
              <a:r>
                <a:rPr lang="en-US" sz="2500"/>
                <a:t>Login                          Sign</a:t>
              </a:r>
              <a:r>
                <a:rPr lang="en-US" sz="2800"/>
                <a:t> In</a:t>
              </a:r>
              <a:endParaRPr lang="en-IN" sz="2500"/>
            </a:p>
          </p:txBody>
        </p:sp>
        <p:sp>
          <p:nvSpPr>
            <p:cNvPr id="8" name="TextBox 7">
              <a:extLst>
                <a:ext uri="{FF2B5EF4-FFF2-40B4-BE49-F238E27FC236}">
                  <a16:creationId xmlns:a16="http://schemas.microsoft.com/office/drawing/2014/main" id="{8F133329-4273-4553-C41B-CECEB4D39EA6}"/>
                </a:ext>
              </a:extLst>
            </p:cNvPr>
            <p:cNvSpPr txBox="1"/>
            <p:nvPr/>
          </p:nvSpPr>
          <p:spPr>
            <a:xfrm>
              <a:off x="6096000" y="6041874"/>
              <a:ext cx="3246284" cy="477054"/>
            </a:xfrm>
            <a:prstGeom prst="rect">
              <a:avLst/>
            </a:prstGeom>
            <a:noFill/>
          </p:spPr>
          <p:txBody>
            <a:bodyPr wrap="square">
              <a:spAutoFit/>
            </a:bodyPr>
            <a:lstStyle/>
            <a:p>
              <a:pPr algn="ctr"/>
              <a:r>
                <a:rPr lang="en-US" sz="2500"/>
                <a:t>Home page</a:t>
              </a:r>
              <a:endParaRPr lang="en-IN" sz="2500"/>
            </a:p>
          </p:txBody>
        </p:sp>
        <p:sp>
          <p:nvSpPr>
            <p:cNvPr id="9" name="TextBox 8">
              <a:extLst>
                <a:ext uri="{FF2B5EF4-FFF2-40B4-BE49-F238E27FC236}">
                  <a16:creationId xmlns:a16="http://schemas.microsoft.com/office/drawing/2014/main" id="{F6C073C4-475B-AFC0-6C1A-E998200E593B}"/>
                </a:ext>
              </a:extLst>
            </p:cNvPr>
            <p:cNvSpPr txBox="1"/>
            <p:nvPr/>
          </p:nvSpPr>
          <p:spPr>
            <a:xfrm>
              <a:off x="9498125" y="6018791"/>
              <a:ext cx="2693875" cy="477054"/>
            </a:xfrm>
            <a:prstGeom prst="rect">
              <a:avLst/>
            </a:prstGeom>
            <a:noFill/>
          </p:spPr>
          <p:txBody>
            <a:bodyPr wrap="square">
              <a:spAutoFit/>
            </a:bodyPr>
            <a:lstStyle/>
            <a:p>
              <a:pPr algn="ctr"/>
              <a:r>
                <a:rPr lang="en-US" sz="2500"/>
                <a:t>Profile</a:t>
              </a:r>
              <a:endParaRPr lang="en-IN" sz="2500"/>
            </a:p>
          </p:txBody>
        </p:sp>
      </p:grpSp>
      <p:sp>
        <p:nvSpPr>
          <p:cNvPr id="10" name="TextBox 9">
            <a:extLst>
              <a:ext uri="{FF2B5EF4-FFF2-40B4-BE49-F238E27FC236}">
                <a16:creationId xmlns:a16="http://schemas.microsoft.com/office/drawing/2014/main" id="{7BEEEA74-A32E-E3D2-39AB-10338DC1F3B5}"/>
              </a:ext>
            </a:extLst>
          </p:cNvPr>
          <p:cNvSpPr txBox="1"/>
          <p:nvPr/>
        </p:nvSpPr>
        <p:spPr>
          <a:xfrm>
            <a:off x="3078480" y="339072"/>
            <a:ext cx="6096000" cy="553998"/>
          </a:xfrm>
          <a:prstGeom prst="rect">
            <a:avLst/>
          </a:prstGeom>
          <a:noFill/>
        </p:spPr>
        <p:txBody>
          <a:bodyPr wrap="square">
            <a:spAutoFit/>
          </a:bodyPr>
          <a:lstStyle/>
          <a:p>
            <a:pPr algn="ctr"/>
            <a:r>
              <a:rPr lang="en-US" sz="3000"/>
              <a:t>UI Design Kit: Mid  Fidelity</a:t>
            </a:r>
            <a:endParaRPr lang="en-IN" sz="3000"/>
          </a:p>
        </p:txBody>
      </p:sp>
    </p:spTree>
    <p:extLst>
      <p:ext uri="{BB962C8B-B14F-4D97-AF65-F5344CB8AC3E}">
        <p14:creationId xmlns:p14="http://schemas.microsoft.com/office/powerpoint/2010/main" val="402379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30E953EE-C229-DBFD-CB9D-7F4C98CBEF2E}"/>
              </a:ext>
            </a:extLst>
          </p:cNvPr>
          <p:cNvGrpSpPr/>
          <p:nvPr/>
        </p:nvGrpSpPr>
        <p:grpSpPr>
          <a:xfrm>
            <a:off x="1010920" y="259190"/>
            <a:ext cx="10170160" cy="5523248"/>
            <a:chOff x="873760" y="206992"/>
            <a:chExt cx="10170160" cy="5523248"/>
          </a:xfrm>
        </p:grpSpPr>
        <p:sp>
          <p:nvSpPr>
            <p:cNvPr id="2" name="TextBox 1">
              <a:extLst>
                <a:ext uri="{FF2B5EF4-FFF2-40B4-BE49-F238E27FC236}">
                  <a16:creationId xmlns:a16="http://schemas.microsoft.com/office/drawing/2014/main" id="{B2BDA24D-6287-977A-74CA-EDC29EECB766}"/>
                </a:ext>
              </a:extLst>
            </p:cNvPr>
            <p:cNvSpPr txBox="1"/>
            <p:nvPr/>
          </p:nvSpPr>
          <p:spPr>
            <a:xfrm>
              <a:off x="2936240" y="206992"/>
              <a:ext cx="6096000" cy="553998"/>
            </a:xfrm>
            <a:prstGeom prst="rect">
              <a:avLst/>
            </a:prstGeom>
            <a:noFill/>
          </p:spPr>
          <p:txBody>
            <a:bodyPr wrap="square">
              <a:spAutoFit/>
            </a:bodyPr>
            <a:lstStyle/>
            <a:p>
              <a:pPr algn="ctr"/>
              <a:r>
                <a:rPr lang="en-US" sz="3000"/>
                <a:t>UI Design Kit: </a:t>
              </a:r>
              <a:r>
                <a:rPr lang="en-US" sz="3000" err="1"/>
                <a:t>Colour</a:t>
              </a:r>
              <a:endParaRPr lang="en-IN" sz="3000"/>
            </a:p>
          </p:txBody>
        </p:sp>
        <p:sp>
          <p:nvSpPr>
            <p:cNvPr id="12" name="Rectangle: Rounded Corners 11">
              <a:extLst>
                <a:ext uri="{FF2B5EF4-FFF2-40B4-BE49-F238E27FC236}">
                  <a16:creationId xmlns:a16="http://schemas.microsoft.com/office/drawing/2014/main" id="{C9B64441-9B31-C18C-D044-B730CA711518}"/>
                </a:ext>
              </a:extLst>
            </p:cNvPr>
            <p:cNvSpPr/>
            <p:nvPr/>
          </p:nvSpPr>
          <p:spPr>
            <a:xfrm>
              <a:off x="873760" y="14427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DB87FE67-C73C-29F1-09FA-23F7FB175B5C}"/>
                </a:ext>
              </a:extLst>
            </p:cNvPr>
            <p:cNvSpPr/>
            <p:nvPr/>
          </p:nvSpPr>
          <p:spPr>
            <a:xfrm>
              <a:off x="1143000" y="1823720"/>
              <a:ext cx="2458720" cy="344932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nvGrpSpPr>
            <p:cNvPr id="23" name="Group 22">
              <a:extLst>
                <a:ext uri="{FF2B5EF4-FFF2-40B4-BE49-F238E27FC236}">
                  <a16:creationId xmlns:a16="http://schemas.microsoft.com/office/drawing/2014/main" id="{FD58AE3E-ADD0-D1A9-F149-3B1E650D05F8}"/>
                </a:ext>
              </a:extLst>
            </p:cNvPr>
            <p:cNvGrpSpPr/>
            <p:nvPr/>
          </p:nvGrpSpPr>
          <p:grpSpPr>
            <a:xfrm>
              <a:off x="4460240" y="1366520"/>
              <a:ext cx="2997200" cy="4287520"/>
              <a:chOff x="1026160" y="1595120"/>
              <a:chExt cx="2997200" cy="4287520"/>
            </a:xfrm>
          </p:grpSpPr>
          <p:sp>
            <p:nvSpPr>
              <p:cNvPr id="16" name="Rectangle: Rounded Corners 15">
                <a:extLst>
                  <a:ext uri="{FF2B5EF4-FFF2-40B4-BE49-F238E27FC236}">
                    <a16:creationId xmlns:a16="http://schemas.microsoft.com/office/drawing/2014/main" id="{9B45DE4D-24C4-9AB5-D1B9-6262923847CB}"/>
                  </a:ext>
                </a:extLst>
              </p:cNvPr>
              <p:cNvSpPr/>
              <p:nvPr/>
            </p:nvSpPr>
            <p:spPr>
              <a:xfrm>
                <a:off x="1026160" y="15951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96F54CB7-9BC8-97D9-B7DA-98E4392D4A1D}"/>
                  </a:ext>
                </a:extLst>
              </p:cNvPr>
              <p:cNvSpPr/>
              <p:nvPr/>
            </p:nvSpPr>
            <p:spPr>
              <a:xfrm>
                <a:off x="1300480" y="2037080"/>
                <a:ext cx="2458720" cy="3449320"/>
              </a:xfrm>
              <a:prstGeom prst="roundRect">
                <a:avLst/>
              </a:prstGeom>
              <a:solidFill>
                <a:srgbClr val="0701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37352B2C-96F6-4ABD-FC58-32151E90C7A7}"/>
                </a:ext>
              </a:extLst>
            </p:cNvPr>
            <p:cNvGrpSpPr/>
            <p:nvPr/>
          </p:nvGrpSpPr>
          <p:grpSpPr>
            <a:xfrm>
              <a:off x="8046720" y="1404620"/>
              <a:ext cx="2997200" cy="4287520"/>
              <a:chOff x="1178560" y="1747520"/>
              <a:chExt cx="2997200" cy="4287520"/>
            </a:xfrm>
          </p:grpSpPr>
          <p:sp>
            <p:nvSpPr>
              <p:cNvPr id="18" name="Rectangle: Rounded Corners 17">
                <a:extLst>
                  <a:ext uri="{FF2B5EF4-FFF2-40B4-BE49-F238E27FC236}">
                    <a16:creationId xmlns:a16="http://schemas.microsoft.com/office/drawing/2014/main" id="{86C59343-2CBE-508C-EF42-2778D16C9415}"/>
                  </a:ext>
                </a:extLst>
              </p:cNvPr>
              <p:cNvSpPr/>
              <p:nvPr/>
            </p:nvSpPr>
            <p:spPr>
              <a:xfrm>
                <a:off x="1178560" y="17475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C95022A2-E392-4253-3A34-BCC13F4EFA8B}"/>
                  </a:ext>
                </a:extLst>
              </p:cNvPr>
              <p:cNvSpPr/>
              <p:nvPr/>
            </p:nvSpPr>
            <p:spPr>
              <a:xfrm>
                <a:off x="1442720" y="2170558"/>
                <a:ext cx="2458720" cy="3449320"/>
              </a:xfrm>
              <a:prstGeom prst="roundRect">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36" name="TextBox 35">
            <a:extLst>
              <a:ext uri="{FF2B5EF4-FFF2-40B4-BE49-F238E27FC236}">
                <a16:creationId xmlns:a16="http://schemas.microsoft.com/office/drawing/2014/main" id="{83013117-8EAF-C54F-147E-2817B14E66F9}"/>
              </a:ext>
            </a:extLst>
          </p:cNvPr>
          <p:cNvSpPr txBox="1"/>
          <p:nvPr/>
        </p:nvSpPr>
        <p:spPr>
          <a:xfrm>
            <a:off x="1645920" y="2094468"/>
            <a:ext cx="1427480" cy="400110"/>
          </a:xfrm>
          <a:prstGeom prst="rect">
            <a:avLst/>
          </a:prstGeom>
          <a:noFill/>
        </p:spPr>
        <p:txBody>
          <a:bodyPr wrap="square">
            <a:spAutoFit/>
          </a:bodyPr>
          <a:lstStyle/>
          <a:p>
            <a:pPr algn="ctr"/>
            <a:r>
              <a:rPr lang="en-US" sz="2000">
                <a:solidFill>
                  <a:schemeClr val="bg1"/>
                </a:solidFill>
              </a:rPr>
              <a:t>Background</a:t>
            </a:r>
            <a:endParaRPr lang="en-IN" sz="2000">
              <a:solidFill>
                <a:schemeClr val="bg1"/>
              </a:solidFill>
            </a:endParaRPr>
          </a:p>
        </p:txBody>
      </p:sp>
      <p:sp>
        <p:nvSpPr>
          <p:cNvPr id="38" name="TextBox 37">
            <a:extLst>
              <a:ext uri="{FF2B5EF4-FFF2-40B4-BE49-F238E27FC236}">
                <a16:creationId xmlns:a16="http://schemas.microsoft.com/office/drawing/2014/main" id="{34F0F107-F86E-7799-121B-35687979270F}"/>
              </a:ext>
            </a:extLst>
          </p:cNvPr>
          <p:cNvSpPr txBox="1"/>
          <p:nvPr/>
        </p:nvSpPr>
        <p:spPr>
          <a:xfrm>
            <a:off x="1285240" y="4707374"/>
            <a:ext cx="1087120" cy="369332"/>
          </a:xfrm>
          <a:prstGeom prst="rect">
            <a:avLst/>
          </a:prstGeom>
          <a:noFill/>
        </p:spPr>
        <p:txBody>
          <a:bodyPr wrap="square">
            <a:spAutoFit/>
          </a:bodyPr>
          <a:lstStyle/>
          <a:p>
            <a:pPr algn="ctr"/>
            <a:r>
              <a:rPr lang="en-US">
                <a:solidFill>
                  <a:schemeClr val="bg1"/>
                </a:solidFill>
              </a:rPr>
              <a:t>#FFFFFF</a:t>
            </a:r>
            <a:endParaRPr lang="en-IN">
              <a:solidFill>
                <a:schemeClr val="bg1"/>
              </a:solidFill>
            </a:endParaRPr>
          </a:p>
        </p:txBody>
      </p:sp>
      <p:sp>
        <p:nvSpPr>
          <p:cNvPr id="40" name="TextBox 39">
            <a:extLst>
              <a:ext uri="{FF2B5EF4-FFF2-40B4-BE49-F238E27FC236}">
                <a16:creationId xmlns:a16="http://schemas.microsoft.com/office/drawing/2014/main" id="{466FD979-1D99-67F4-0860-032F95DD9A2E}"/>
              </a:ext>
            </a:extLst>
          </p:cNvPr>
          <p:cNvSpPr txBox="1"/>
          <p:nvPr/>
        </p:nvSpPr>
        <p:spPr>
          <a:xfrm>
            <a:off x="5275580" y="2094468"/>
            <a:ext cx="1366520" cy="400110"/>
          </a:xfrm>
          <a:prstGeom prst="rect">
            <a:avLst/>
          </a:prstGeom>
          <a:noFill/>
        </p:spPr>
        <p:txBody>
          <a:bodyPr wrap="square">
            <a:spAutoFit/>
          </a:bodyPr>
          <a:lstStyle/>
          <a:p>
            <a:pPr algn="ctr"/>
            <a:r>
              <a:rPr lang="en-US" sz="2000"/>
              <a:t>Surface</a:t>
            </a:r>
            <a:endParaRPr lang="en-IN" sz="2000"/>
          </a:p>
        </p:txBody>
      </p:sp>
      <p:sp>
        <p:nvSpPr>
          <p:cNvPr id="42" name="TextBox 41">
            <a:extLst>
              <a:ext uri="{FF2B5EF4-FFF2-40B4-BE49-F238E27FC236}">
                <a16:creationId xmlns:a16="http://schemas.microsoft.com/office/drawing/2014/main" id="{A61CAF5F-E74E-A040-F1B1-C4554A770384}"/>
              </a:ext>
            </a:extLst>
          </p:cNvPr>
          <p:cNvSpPr txBox="1"/>
          <p:nvPr/>
        </p:nvSpPr>
        <p:spPr>
          <a:xfrm>
            <a:off x="4734560" y="4568428"/>
            <a:ext cx="1366520" cy="369332"/>
          </a:xfrm>
          <a:prstGeom prst="rect">
            <a:avLst/>
          </a:prstGeom>
          <a:noFill/>
        </p:spPr>
        <p:txBody>
          <a:bodyPr wrap="square">
            <a:spAutoFit/>
          </a:bodyPr>
          <a:lstStyle/>
          <a:p>
            <a:pPr algn="ctr"/>
            <a:r>
              <a:rPr lang="en-US"/>
              <a:t>#070129</a:t>
            </a:r>
            <a:endParaRPr lang="en-IN"/>
          </a:p>
        </p:txBody>
      </p:sp>
      <p:sp>
        <p:nvSpPr>
          <p:cNvPr id="44" name="TextBox 43">
            <a:extLst>
              <a:ext uri="{FF2B5EF4-FFF2-40B4-BE49-F238E27FC236}">
                <a16:creationId xmlns:a16="http://schemas.microsoft.com/office/drawing/2014/main" id="{C445AE01-F4DB-3E68-35A6-B83DC73C7CAF}"/>
              </a:ext>
            </a:extLst>
          </p:cNvPr>
          <p:cNvSpPr txBox="1"/>
          <p:nvPr/>
        </p:nvSpPr>
        <p:spPr>
          <a:xfrm>
            <a:off x="8458200" y="4522708"/>
            <a:ext cx="1483360" cy="369332"/>
          </a:xfrm>
          <a:prstGeom prst="rect">
            <a:avLst/>
          </a:prstGeom>
          <a:noFill/>
        </p:spPr>
        <p:txBody>
          <a:bodyPr wrap="square">
            <a:spAutoFit/>
          </a:bodyPr>
          <a:lstStyle/>
          <a:p>
            <a:pPr algn="ctr"/>
            <a:r>
              <a:rPr lang="en-US">
                <a:solidFill>
                  <a:schemeClr val="bg1"/>
                </a:solidFill>
              </a:rPr>
              <a:t>#C3BCBC</a:t>
            </a:r>
            <a:endParaRPr lang="en-IN">
              <a:solidFill>
                <a:schemeClr val="bg1"/>
              </a:solidFill>
            </a:endParaRPr>
          </a:p>
        </p:txBody>
      </p:sp>
      <p:sp>
        <p:nvSpPr>
          <p:cNvPr id="46" name="TextBox 45">
            <a:extLst>
              <a:ext uri="{FF2B5EF4-FFF2-40B4-BE49-F238E27FC236}">
                <a16:creationId xmlns:a16="http://schemas.microsoft.com/office/drawing/2014/main" id="{2FB25E74-9567-358B-721A-732A83C9B0F6}"/>
              </a:ext>
            </a:extLst>
          </p:cNvPr>
          <p:cNvSpPr txBox="1"/>
          <p:nvPr/>
        </p:nvSpPr>
        <p:spPr>
          <a:xfrm>
            <a:off x="9169400" y="2140188"/>
            <a:ext cx="1122680" cy="400110"/>
          </a:xfrm>
          <a:prstGeom prst="rect">
            <a:avLst/>
          </a:prstGeom>
          <a:noFill/>
        </p:spPr>
        <p:txBody>
          <a:bodyPr wrap="square">
            <a:spAutoFit/>
          </a:bodyPr>
          <a:lstStyle/>
          <a:p>
            <a:pPr algn="ctr"/>
            <a:r>
              <a:rPr lang="en-US" sz="2000">
                <a:solidFill>
                  <a:schemeClr val="bg1"/>
                </a:solidFill>
              </a:rPr>
              <a:t>Elevated</a:t>
            </a:r>
            <a:endParaRPr lang="en-IN" sz="2000">
              <a:solidFill>
                <a:schemeClr val="bg1"/>
              </a:solidFill>
            </a:endParaRPr>
          </a:p>
        </p:txBody>
      </p:sp>
    </p:spTree>
    <p:extLst>
      <p:ext uri="{BB962C8B-B14F-4D97-AF65-F5344CB8AC3E}">
        <p14:creationId xmlns:p14="http://schemas.microsoft.com/office/powerpoint/2010/main" val="1193864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B68C410-6EBB-5D59-91DB-79C750345D3E}"/>
              </a:ext>
            </a:extLst>
          </p:cNvPr>
          <p:cNvGrpSpPr/>
          <p:nvPr/>
        </p:nvGrpSpPr>
        <p:grpSpPr>
          <a:xfrm>
            <a:off x="873760" y="542272"/>
            <a:ext cx="10170160" cy="5523248"/>
            <a:chOff x="873760" y="206992"/>
            <a:chExt cx="10170160" cy="5523248"/>
          </a:xfrm>
        </p:grpSpPr>
        <p:sp>
          <p:nvSpPr>
            <p:cNvPr id="8" name="TextBox 7">
              <a:extLst>
                <a:ext uri="{FF2B5EF4-FFF2-40B4-BE49-F238E27FC236}">
                  <a16:creationId xmlns:a16="http://schemas.microsoft.com/office/drawing/2014/main" id="{ABC1A018-7D3D-C5F9-C918-4159AF0BE671}"/>
                </a:ext>
              </a:extLst>
            </p:cNvPr>
            <p:cNvSpPr txBox="1"/>
            <p:nvPr/>
          </p:nvSpPr>
          <p:spPr>
            <a:xfrm>
              <a:off x="2936240" y="206992"/>
              <a:ext cx="6096000" cy="1046440"/>
            </a:xfrm>
            <a:prstGeom prst="rect">
              <a:avLst/>
            </a:prstGeom>
            <a:noFill/>
          </p:spPr>
          <p:txBody>
            <a:bodyPr wrap="square">
              <a:spAutoFit/>
            </a:bodyPr>
            <a:lstStyle/>
            <a:p>
              <a:pPr algn="ctr"/>
              <a:r>
                <a:rPr lang="en-US" sz="3000"/>
                <a:t>UI Design Kit: </a:t>
              </a:r>
              <a:r>
                <a:rPr lang="en-US" sz="3000" err="1"/>
                <a:t>Colour</a:t>
              </a:r>
              <a:endParaRPr lang="en-IN" sz="3200"/>
            </a:p>
            <a:p>
              <a:pPr algn="ctr"/>
              <a:endParaRPr lang="en-IN" sz="3000"/>
            </a:p>
          </p:txBody>
        </p:sp>
        <p:sp>
          <p:nvSpPr>
            <p:cNvPr id="9" name="Rectangle: Rounded Corners 8">
              <a:extLst>
                <a:ext uri="{FF2B5EF4-FFF2-40B4-BE49-F238E27FC236}">
                  <a16:creationId xmlns:a16="http://schemas.microsoft.com/office/drawing/2014/main" id="{9622E4F9-3EEE-BFB7-F445-AC1C5CDC6BB3}"/>
                </a:ext>
              </a:extLst>
            </p:cNvPr>
            <p:cNvSpPr/>
            <p:nvPr/>
          </p:nvSpPr>
          <p:spPr>
            <a:xfrm>
              <a:off x="873760" y="14427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65F29DC8-72CB-DEC9-C238-C22CF7ECBB05}"/>
                </a:ext>
              </a:extLst>
            </p:cNvPr>
            <p:cNvSpPr/>
            <p:nvPr/>
          </p:nvSpPr>
          <p:spPr>
            <a:xfrm>
              <a:off x="1127760" y="1844040"/>
              <a:ext cx="2458720" cy="34493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2A965C97-552B-716B-D0FE-6CF1FDCB1FB0}"/>
                </a:ext>
              </a:extLst>
            </p:cNvPr>
            <p:cNvGrpSpPr/>
            <p:nvPr/>
          </p:nvGrpSpPr>
          <p:grpSpPr>
            <a:xfrm>
              <a:off x="4460240" y="1366520"/>
              <a:ext cx="2997200" cy="4287520"/>
              <a:chOff x="1026160" y="1595120"/>
              <a:chExt cx="2997200" cy="4287520"/>
            </a:xfrm>
          </p:grpSpPr>
          <p:sp>
            <p:nvSpPr>
              <p:cNvPr id="15" name="Rectangle: Rounded Corners 14">
                <a:extLst>
                  <a:ext uri="{FF2B5EF4-FFF2-40B4-BE49-F238E27FC236}">
                    <a16:creationId xmlns:a16="http://schemas.microsoft.com/office/drawing/2014/main" id="{E7164B66-6E73-24A9-170B-C9F2FE7E6A65}"/>
                  </a:ext>
                </a:extLst>
              </p:cNvPr>
              <p:cNvSpPr/>
              <p:nvPr/>
            </p:nvSpPr>
            <p:spPr>
              <a:xfrm>
                <a:off x="1026160" y="15951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8E38987-BD1E-AA8D-958F-AB81EBBDD105}"/>
                  </a:ext>
                </a:extLst>
              </p:cNvPr>
              <p:cNvSpPr/>
              <p:nvPr/>
            </p:nvSpPr>
            <p:spPr>
              <a:xfrm>
                <a:off x="1300480" y="2037080"/>
                <a:ext cx="2458720" cy="3449320"/>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D8EE9FCF-6D2D-78E3-AE5B-764C59E2098E}"/>
                </a:ext>
              </a:extLst>
            </p:cNvPr>
            <p:cNvGrpSpPr/>
            <p:nvPr/>
          </p:nvGrpSpPr>
          <p:grpSpPr>
            <a:xfrm>
              <a:off x="8046720" y="1404620"/>
              <a:ext cx="2997200" cy="4287520"/>
              <a:chOff x="1178560" y="1747520"/>
              <a:chExt cx="2997200" cy="4287520"/>
            </a:xfrm>
          </p:grpSpPr>
          <p:sp>
            <p:nvSpPr>
              <p:cNvPr id="13" name="Rectangle: Rounded Corners 12">
                <a:extLst>
                  <a:ext uri="{FF2B5EF4-FFF2-40B4-BE49-F238E27FC236}">
                    <a16:creationId xmlns:a16="http://schemas.microsoft.com/office/drawing/2014/main" id="{8AF146EA-2483-2947-8201-647825F1A337}"/>
                  </a:ext>
                </a:extLst>
              </p:cNvPr>
              <p:cNvSpPr/>
              <p:nvPr/>
            </p:nvSpPr>
            <p:spPr>
              <a:xfrm>
                <a:off x="1178560" y="1747520"/>
                <a:ext cx="2997200" cy="4287520"/>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578A8D8D-7DF6-9AA9-E5CF-EF84BB1C036F}"/>
                  </a:ext>
                </a:extLst>
              </p:cNvPr>
              <p:cNvSpPr/>
              <p:nvPr/>
            </p:nvSpPr>
            <p:spPr>
              <a:xfrm>
                <a:off x="1452880" y="2189480"/>
                <a:ext cx="2458720" cy="3449320"/>
              </a:xfrm>
              <a:prstGeom prst="roundRect">
                <a:avLst/>
              </a:prstGeom>
              <a:solidFill>
                <a:srgbClr val="AEF3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grpSp>
      </p:grpSp>
      <p:sp>
        <p:nvSpPr>
          <p:cNvPr id="18" name="TextBox 17">
            <a:extLst>
              <a:ext uri="{FF2B5EF4-FFF2-40B4-BE49-F238E27FC236}">
                <a16:creationId xmlns:a16="http://schemas.microsoft.com/office/drawing/2014/main" id="{6529B4EB-2CB7-7B1A-6E23-BD2D7031B824}"/>
              </a:ext>
            </a:extLst>
          </p:cNvPr>
          <p:cNvSpPr txBox="1"/>
          <p:nvPr/>
        </p:nvSpPr>
        <p:spPr>
          <a:xfrm>
            <a:off x="1742440" y="2272546"/>
            <a:ext cx="1087120" cy="400110"/>
          </a:xfrm>
          <a:prstGeom prst="rect">
            <a:avLst/>
          </a:prstGeom>
          <a:noFill/>
        </p:spPr>
        <p:txBody>
          <a:bodyPr wrap="square">
            <a:spAutoFit/>
          </a:bodyPr>
          <a:lstStyle/>
          <a:p>
            <a:pPr algn="ctr"/>
            <a:r>
              <a:rPr lang="en-US" sz="2000"/>
              <a:t>Black</a:t>
            </a:r>
            <a:endParaRPr lang="en-IN" sz="2000"/>
          </a:p>
        </p:txBody>
      </p:sp>
      <p:sp>
        <p:nvSpPr>
          <p:cNvPr id="20" name="TextBox 19">
            <a:extLst>
              <a:ext uri="{FF2B5EF4-FFF2-40B4-BE49-F238E27FC236}">
                <a16:creationId xmlns:a16="http://schemas.microsoft.com/office/drawing/2014/main" id="{1CB15E7B-4478-7BD0-DDBB-F50AFBDD4788}"/>
              </a:ext>
            </a:extLst>
          </p:cNvPr>
          <p:cNvSpPr txBox="1"/>
          <p:nvPr/>
        </p:nvSpPr>
        <p:spPr>
          <a:xfrm>
            <a:off x="1270000" y="4798814"/>
            <a:ext cx="1087120" cy="369332"/>
          </a:xfrm>
          <a:prstGeom prst="rect">
            <a:avLst/>
          </a:prstGeom>
          <a:noFill/>
        </p:spPr>
        <p:txBody>
          <a:bodyPr wrap="square">
            <a:spAutoFit/>
          </a:bodyPr>
          <a:lstStyle/>
          <a:p>
            <a:pPr algn="ctr"/>
            <a:r>
              <a:rPr lang="en-IN"/>
              <a:t>#131111</a:t>
            </a:r>
          </a:p>
        </p:txBody>
      </p:sp>
      <p:sp>
        <p:nvSpPr>
          <p:cNvPr id="22" name="TextBox 21">
            <a:extLst>
              <a:ext uri="{FF2B5EF4-FFF2-40B4-BE49-F238E27FC236}">
                <a16:creationId xmlns:a16="http://schemas.microsoft.com/office/drawing/2014/main" id="{5218698F-A718-9161-D88C-1E6D18735178}"/>
              </a:ext>
            </a:extLst>
          </p:cNvPr>
          <p:cNvSpPr txBox="1"/>
          <p:nvPr/>
        </p:nvSpPr>
        <p:spPr>
          <a:xfrm>
            <a:off x="4734560" y="4895334"/>
            <a:ext cx="1087120" cy="369332"/>
          </a:xfrm>
          <a:prstGeom prst="rect">
            <a:avLst/>
          </a:prstGeom>
          <a:noFill/>
        </p:spPr>
        <p:txBody>
          <a:bodyPr wrap="square">
            <a:spAutoFit/>
          </a:bodyPr>
          <a:lstStyle/>
          <a:p>
            <a:pPr algn="ctr"/>
            <a:r>
              <a:rPr lang="en-IN"/>
              <a:t>#99E7FF</a:t>
            </a:r>
          </a:p>
        </p:txBody>
      </p:sp>
      <p:sp>
        <p:nvSpPr>
          <p:cNvPr id="24" name="TextBox 23">
            <a:extLst>
              <a:ext uri="{FF2B5EF4-FFF2-40B4-BE49-F238E27FC236}">
                <a16:creationId xmlns:a16="http://schemas.microsoft.com/office/drawing/2014/main" id="{8DCDC5F2-E776-4566-DFC0-56D5B327AEA8}"/>
              </a:ext>
            </a:extLst>
          </p:cNvPr>
          <p:cNvSpPr txBox="1"/>
          <p:nvPr/>
        </p:nvSpPr>
        <p:spPr>
          <a:xfrm>
            <a:off x="5623560" y="2303324"/>
            <a:ext cx="721360" cy="369332"/>
          </a:xfrm>
          <a:prstGeom prst="rect">
            <a:avLst/>
          </a:prstGeom>
          <a:noFill/>
        </p:spPr>
        <p:txBody>
          <a:bodyPr wrap="square">
            <a:spAutoFit/>
          </a:bodyPr>
          <a:lstStyle/>
          <a:p>
            <a:pPr algn="ctr"/>
            <a:r>
              <a:rPr lang="en-US"/>
              <a:t>Blue</a:t>
            </a:r>
            <a:endParaRPr lang="en-IN"/>
          </a:p>
        </p:txBody>
      </p:sp>
      <p:sp>
        <p:nvSpPr>
          <p:cNvPr id="26" name="TextBox 25">
            <a:extLst>
              <a:ext uri="{FF2B5EF4-FFF2-40B4-BE49-F238E27FC236}">
                <a16:creationId xmlns:a16="http://schemas.microsoft.com/office/drawing/2014/main" id="{11A4E4E4-0D17-772D-2B5A-DB50B90BD207}"/>
              </a:ext>
            </a:extLst>
          </p:cNvPr>
          <p:cNvSpPr txBox="1"/>
          <p:nvPr/>
        </p:nvSpPr>
        <p:spPr>
          <a:xfrm>
            <a:off x="8976360" y="2303324"/>
            <a:ext cx="1290320" cy="369332"/>
          </a:xfrm>
          <a:prstGeom prst="rect">
            <a:avLst/>
          </a:prstGeom>
          <a:noFill/>
        </p:spPr>
        <p:txBody>
          <a:bodyPr wrap="square">
            <a:spAutoFit/>
          </a:bodyPr>
          <a:lstStyle/>
          <a:p>
            <a:pPr algn="ctr"/>
            <a:r>
              <a:rPr lang="en-US">
                <a:solidFill>
                  <a:schemeClr val="bg1"/>
                </a:solidFill>
              </a:rPr>
              <a:t>Lite Green</a:t>
            </a:r>
            <a:endParaRPr lang="en-IN">
              <a:solidFill>
                <a:schemeClr val="bg1"/>
              </a:solidFill>
            </a:endParaRPr>
          </a:p>
        </p:txBody>
      </p:sp>
      <p:sp>
        <p:nvSpPr>
          <p:cNvPr id="28" name="TextBox 27">
            <a:extLst>
              <a:ext uri="{FF2B5EF4-FFF2-40B4-BE49-F238E27FC236}">
                <a16:creationId xmlns:a16="http://schemas.microsoft.com/office/drawing/2014/main" id="{608EF6A1-D41F-8C19-106C-E8540CABE76B}"/>
              </a:ext>
            </a:extLst>
          </p:cNvPr>
          <p:cNvSpPr txBox="1"/>
          <p:nvPr/>
        </p:nvSpPr>
        <p:spPr>
          <a:xfrm>
            <a:off x="8448040" y="4798814"/>
            <a:ext cx="1097280" cy="369332"/>
          </a:xfrm>
          <a:prstGeom prst="rect">
            <a:avLst/>
          </a:prstGeom>
          <a:noFill/>
        </p:spPr>
        <p:txBody>
          <a:bodyPr wrap="square">
            <a:spAutoFit/>
          </a:bodyPr>
          <a:lstStyle/>
          <a:p>
            <a:pPr algn="ctr"/>
            <a:r>
              <a:rPr lang="en-IN">
                <a:solidFill>
                  <a:schemeClr val="bg1"/>
                </a:solidFill>
              </a:rPr>
              <a:t>#AEF3A9</a:t>
            </a:r>
          </a:p>
        </p:txBody>
      </p:sp>
    </p:spTree>
    <p:extLst>
      <p:ext uri="{BB962C8B-B14F-4D97-AF65-F5344CB8AC3E}">
        <p14:creationId xmlns:p14="http://schemas.microsoft.com/office/powerpoint/2010/main" val="2274985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130A81B-B3F1-5864-E20E-5FA8C04803CC}"/>
              </a:ext>
            </a:extLst>
          </p:cNvPr>
          <p:cNvGraphicFramePr>
            <a:graphicFrameLocks noGrp="1"/>
          </p:cNvGraphicFramePr>
          <p:nvPr>
            <p:extLst>
              <p:ext uri="{D42A27DB-BD31-4B8C-83A1-F6EECF244321}">
                <p14:modId xmlns:p14="http://schemas.microsoft.com/office/powerpoint/2010/main" val="3749309371"/>
              </p:ext>
            </p:extLst>
          </p:nvPr>
        </p:nvGraphicFramePr>
        <p:xfrm>
          <a:off x="330201" y="1188720"/>
          <a:ext cx="11531597" cy="5251309"/>
        </p:xfrm>
        <a:graphic>
          <a:graphicData uri="http://schemas.openxmlformats.org/drawingml/2006/table">
            <a:tbl>
              <a:tblPr firstRow="1" bandRow="1">
                <a:tableStyleId>{5C22544A-7EE6-4342-B048-85BDC9FD1C3A}</a:tableStyleId>
              </a:tblPr>
              <a:tblGrid>
                <a:gridCol w="1524121">
                  <a:extLst>
                    <a:ext uri="{9D8B030D-6E8A-4147-A177-3AD203B41FA5}">
                      <a16:colId xmlns:a16="http://schemas.microsoft.com/office/drawing/2014/main" val="1082831162"/>
                    </a:ext>
                  </a:extLst>
                </a:gridCol>
                <a:gridCol w="2501869">
                  <a:extLst>
                    <a:ext uri="{9D8B030D-6E8A-4147-A177-3AD203B41FA5}">
                      <a16:colId xmlns:a16="http://schemas.microsoft.com/office/drawing/2014/main" val="4103547949"/>
                    </a:ext>
                  </a:extLst>
                </a:gridCol>
                <a:gridCol w="2501869">
                  <a:extLst>
                    <a:ext uri="{9D8B030D-6E8A-4147-A177-3AD203B41FA5}">
                      <a16:colId xmlns:a16="http://schemas.microsoft.com/office/drawing/2014/main" val="2055829458"/>
                    </a:ext>
                  </a:extLst>
                </a:gridCol>
                <a:gridCol w="2501869">
                  <a:extLst>
                    <a:ext uri="{9D8B030D-6E8A-4147-A177-3AD203B41FA5}">
                      <a16:colId xmlns:a16="http://schemas.microsoft.com/office/drawing/2014/main" val="1216462949"/>
                    </a:ext>
                  </a:extLst>
                </a:gridCol>
                <a:gridCol w="2501869">
                  <a:extLst>
                    <a:ext uri="{9D8B030D-6E8A-4147-A177-3AD203B41FA5}">
                      <a16:colId xmlns:a16="http://schemas.microsoft.com/office/drawing/2014/main" val="2534396839"/>
                    </a:ext>
                  </a:extLst>
                </a:gridCol>
              </a:tblGrid>
              <a:tr h="750187">
                <a:tc>
                  <a:txBody>
                    <a:bodyPr/>
                    <a:lstStyle/>
                    <a:p>
                      <a:endParaRPr lang="en-IN" sz="2400" dirty="0"/>
                    </a:p>
                  </a:txBody>
                  <a:tcPr/>
                </a:tc>
                <a:tc>
                  <a:txBody>
                    <a:bodyPr/>
                    <a:lstStyle/>
                    <a:p>
                      <a:r>
                        <a:rPr lang="en-US" sz="2400" dirty="0">
                          <a:solidFill>
                            <a:schemeClr val="bg1"/>
                          </a:solidFill>
                        </a:rPr>
                        <a:t>Font Size</a:t>
                      </a:r>
                      <a:endParaRPr lang="en-IN" sz="2400" dirty="0">
                        <a:solidFill>
                          <a:schemeClr val="bg1"/>
                        </a:solidFill>
                      </a:endParaRPr>
                    </a:p>
                  </a:txBody>
                  <a:tcPr/>
                </a:tc>
                <a:tc>
                  <a:txBody>
                    <a:bodyPr/>
                    <a:lstStyle/>
                    <a:p>
                      <a:r>
                        <a:rPr lang="en-US" sz="2400" dirty="0">
                          <a:solidFill>
                            <a:schemeClr val="bg1"/>
                          </a:solidFill>
                        </a:rPr>
                        <a:t>Font Weight</a:t>
                      </a:r>
                      <a:endParaRPr lang="en-IN" sz="2400" dirty="0">
                        <a:solidFill>
                          <a:schemeClr val="bg1"/>
                        </a:solidFill>
                      </a:endParaRPr>
                    </a:p>
                  </a:txBody>
                  <a:tcPr/>
                </a:tc>
                <a:tc>
                  <a:txBody>
                    <a:bodyPr/>
                    <a:lstStyle/>
                    <a:p>
                      <a:r>
                        <a:rPr lang="en-US" sz="2400" dirty="0">
                          <a:solidFill>
                            <a:schemeClr val="bg1"/>
                          </a:solidFill>
                        </a:rPr>
                        <a:t>Font Family</a:t>
                      </a:r>
                      <a:endParaRPr lang="en-IN" sz="2400" dirty="0">
                        <a:solidFill>
                          <a:schemeClr val="bg1"/>
                        </a:solidFill>
                      </a:endParaRPr>
                    </a:p>
                  </a:txBody>
                  <a:tcPr/>
                </a:tc>
                <a:tc>
                  <a:txBody>
                    <a:bodyPr/>
                    <a:lstStyle/>
                    <a:p>
                      <a:r>
                        <a:rPr lang="en-US" sz="2400" dirty="0" err="1">
                          <a:solidFill>
                            <a:schemeClr val="bg1"/>
                          </a:solidFill>
                        </a:rPr>
                        <a:t>Colour</a:t>
                      </a:r>
                      <a:r>
                        <a:rPr lang="en-US" sz="2400" dirty="0">
                          <a:solidFill>
                            <a:schemeClr val="bg1"/>
                          </a:solidFill>
                        </a:rPr>
                        <a:t> Scheme</a:t>
                      </a:r>
                      <a:endParaRPr lang="en-IN" sz="2400" dirty="0">
                        <a:solidFill>
                          <a:schemeClr val="bg1"/>
                        </a:solidFill>
                      </a:endParaRPr>
                    </a:p>
                  </a:txBody>
                  <a:tcPr/>
                </a:tc>
                <a:extLst>
                  <a:ext uri="{0D108BD9-81ED-4DB2-BD59-A6C34878D82A}">
                    <a16:rowId xmlns:a16="http://schemas.microsoft.com/office/drawing/2014/main" val="1721806458"/>
                  </a:ext>
                </a:extLst>
              </a:tr>
              <a:tr h="750187">
                <a:tc>
                  <a:txBody>
                    <a:bodyPr/>
                    <a:lstStyle/>
                    <a:p>
                      <a:r>
                        <a:rPr lang="en-US" sz="2400" dirty="0"/>
                        <a:t>Heading 1</a:t>
                      </a:r>
                      <a:endParaRPr lang="en-IN" sz="2400" dirty="0"/>
                    </a:p>
                  </a:txBody>
                  <a:tcPr/>
                </a:tc>
                <a:tc>
                  <a:txBody>
                    <a:bodyPr/>
                    <a:lstStyle/>
                    <a:p>
                      <a:r>
                        <a:rPr lang="en-US" sz="2400" dirty="0"/>
                        <a:t>           22</a:t>
                      </a:r>
                      <a:endParaRPr lang="en-IN" sz="2400" dirty="0"/>
                    </a:p>
                  </a:txBody>
                  <a:tcPr/>
                </a:tc>
                <a:tc>
                  <a:txBody>
                    <a:bodyPr/>
                    <a:lstStyle/>
                    <a:p>
                      <a:r>
                        <a:rPr lang="en-US" sz="2400" dirty="0"/>
                        <a:t>Semi Bold</a:t>
                      </a:r>
                      <a:endParaRPr lang="en-IN" sz="2400" dirty="0"/>
                    </a:p>
                  </a:txBody>
                  <a:tcPr/>
                </a:tc>
                <a:tc>
                  <a:txBody>
                    <a:bodyPr/>
                    <a:lstStyle/>
                    <a:p>
                      <a:r>
                        <a:rPr lang="en-US" sz="2400" dirty="0"/>
                        <a:t>Poppins</a:t>
                      </a:r>
                      <a:endParaRPr lang="en-IN" sz="2400" dirty="0"/>
                    </a:p>
                  </a:txBody>
                  <a:tcPr/>
                </a:tc>
                <a:tc>
                  <a:txBody>
                    <a:bodyPr/>
                    <a:lstStyle/>
                    <a:p>
                      <a:r>
                        <a:rPr lang="en-US" sz="2400" dirty="0"/>
                        <a:t>Primary</a:t>
                      </a:r>
                      <a:endParaRPr lang="en-IN" sz="2400" dirty="0"/>
                    </a:p>
                  </a:txBody>
                  <a:tcPr/>
                </a:tc>
                <a:extLst>
                  <a:ext uri="{0D108BD9-81ED-4DB2-BD59-A6C34878D82A}">
                    <a16:rowId xmlns:a16="http://schemas.microsoft.com/office/drawing/2014/main" val="4037420526"/>
                  </a:ext>
                </a:extLst>
              </a:tr>
              <a:tr h="750187">
                <a:tc>
                  <a:txBody>
                    <a:bodyPr/>
                    <a:lstStyle/>
                    <a:p>
                      <a:r>
                        <a:rPr lang="en-US" sz="2400" dirty="0"/>
                        <a:t>Heading 2</a:t>
                      </a:r>
                      <a:endParaRPr lang="en-IN" sz="2400" dirty="0"/>
                    </a:p>
                  </a:txBody>
                  <a:tcPr/>
                </a:tc>
                <a:tc>
                  <a:txBody>
                    <a:bodyPr/>
                    <a:lstStyle/>
                    <a:p>
                      <a:r>
                        <a:rPr lang="en-US" sz="2400" dirty="0"/>
                        <a:t>           18</a:t>
                      </a:r>
                      <a:endParaRPr lang="en-IN" sz="2400" dirty="0"/>
                    </a:p>
                  </a:txBody>
                  <a:tcPr/>
                </a:tc>
                <a:tc>
                  <a:txBody>
                    <a:bodyPr/>
                    <a:lstStyle/>
                    <a:p>
                      <a:r>
                        <a:rPr lang="en-US" sz="2400" dirty="0"/>
                        <a:t>Semi Bold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Poppins</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Primary</a:t>
                      </a:r>
                      <a:endParaRPr lang="en-IN" sz="2400" dirty="0"/>
                    </a:p>
                  </a:txBody>
                  <a:tcPr/>
                </a:tc>
                <a:extLst>
                  <a:ext uri="{0D108BD9-81ED-4DB2-BD59-A6C34878D82A}">
                    <a16:rowId xmlns:a16="http://schemas.microsoft.com/office/drawing/2014/main" val="1274882297"/>
                  </a:ext>
                </a:extLst>
              </a:tr>
              <a:tr h="750187">
                <a:tc>
                  <a:txBody>
                    <a:bodyPr/>
                    <a:lstStyle/>
                    <a:p>
                      <a:r>
                        <a:rPr lang="en-US" sz="2400" dirty="0"/>
                        <a:t>Heading 3</a:t>
                      </a:r>
                      <a:endParaRPr lang="en-IN" sz="2400" dirty="0"/>
                    </a:p>
                  </a:txBody>
                  <a:tcPr/>
                </a:tc>
                <a:tc>
                  <a:txBody>
                    <a:bodyPr/>
                    <a:lstStyle/>
                    <a:p>
                      <a:r>
                        <a:rPr lang="en-US" sz="2400" dirty="0"/>
                        <a:t>           16</a:t>
                      </a:r>
                      <a:endParaRPr lang="en-IN" sz="2400" dirty="0"/>
                    </a:p>
                  </a:txBody>
                  <a:tcPr/>
                </a:tc>
                <a:tc>
                  <a:txBody>
                    <a:bodyPr/>
                    <a:lstStyle/>
                    <a:p>
                      <a:r>
                        <a:rPr lang="en-US" sz="2400" dirty="0"/>
                        <a:t>Medium</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Poppins</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Primary</a:t>
                      </a:r>
                      <a:endParaRPr lang="en-IN" sz="2400" dirty="0"/>
                    </a:p>
                  </a:txBody>
                  <a:tcPr/>
                </a:tc>
                <a:extLst>
                  <a:ext uri="{0D108BD9-81ED-4DB2-BD59-A6C34878D82A}">
                    <a16:rowId xmlns:a16="http://schemas.microsoft.com/office/drawing/2014/main" val="1947452634"/>
                  </a:ext>
                </a:extLst>
              </a:tr>
              <a:tr h="750187">
                <a:tc>
                  <a:txBody>
                    <a:bodyPr/>
                    <a:lstStyle/>
                    <a:p>
                      <a:r>
                        <a:rPr lang="en-US" sz="2400" dirty="0"/>
                        <a:t>Body</a:t>
                      </a:r>
                      <a:endParaRPr lang="en-IN" sz="2400" dirty="0"/>
                    </a:p>
                  </a:txBody>
                  <a:tcPr/>
                </a:tc>
                <a:tc>
                  <a:txBody>
                    <a:bodyPr/>
                    <a:lstStyle/>
                    <a:p>
                      <a:r>
                        <a:rPr lang="en-US" sz="2400" dirty="0"/>
                        <a:t>           14</a:t>
                      </a:r>
                    </a:p>
                  </a:txBody>
                  <a:tcPr/>
                </a:tc>
                <a:tc>
                  <a:txBody>
                    <a:bodyPr/>
                    <a:lstStyle/>
                    <a:p>
                      <a:r>
                        <a:rPr lang="en-US" sz="2400" dirty="0"/>
                        <a:t>Regular</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Poppins</a:t>
                      </a:r>
                      <a:endParaRPr lang="en-IN" sz="2400" dirty="0"/>
                    </a:p>
                  </a:txBody>
                  <a:tcPr/>
                </a:tc>
                <a:tc>
                  <a:txBody>
                    <a:bodyPr/>
                    <a:lstStyle/>
                    <a:p>
                      <a:r>
                        <a:rPr lang="en-US" sz="2400" dirty="0"/>
                        <a:t>Secondary</a:t>
                      </a:r>
                      <a:endParaRPr lang="en-IN" sz="2400" dirty="0"/>
                    </a:p>
                  </a:txBody>
                  <a:tcPr/>
                </a:tc>
                <a:extLst>
                  <a:ext uri="{0D108BD9-81ED-4DB2-BD59-A6C34878D82A}">
                    <a16:rowId xmlns:a16="http://schemas.microsoft.com/office/drawing/2014/main" val="1760743649"/>
                  </a:ext>
                </a:extLst>
              </a:tr>
              <a:tr h="750187">
                <a:tc>
                  <a:txBody>
                    <a:bodyPr/>
                    <a:lstStyle/>
                    <a:p>
                      <a:r>
                        <a:rPr lang="en-US" sz="2400" dirty="0"/>
                        <a:t>Button</a:t>
                      </a:r>
                      <a:endParaRPr lang="en-IN" sz="2400" dirty="0"/>
                    </a:p>
                  </a:txBody>
                  <a:tcPr/>
                </a:tc>
                <a:tc>
                  <a:txBody>
                    <a:bodyPr/>
                    <a:lstStyle/>
                    <a:p>
                      <a:r>
                        <a:rPr lang="en-US" sz="2400" dirty="0"/>
                        <a:t>           14</a:t>
                      </a:r>
                      <a:endParaRPr lang="en-IN" sz="2400" dirty="0"/>
                    </a:p>
                  </a:txBody>
                  <a:tcPr/>
                </a:tc>
                <a:tc>
                  <a:txBody>
                    <a:bodyPr/>
                    <a:lstStyle/>
                    <a:p>
                      <a:r>
                        <a:rPr lang="en-US" sz="2400" dirty="0"/>
                        <a:t>Semi Bold</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Poppins</a:t>
                      </a:r>
                      <a:endParaRPr lang="en-IN" sz="2400" dirty="0"/>
                    </a:p>
                  </a:txBody>
                  <a:tcPr/>
                </a:tc>
                <a:tc>
                  <a:txBody>
                    <a:bodyPr/>
                    <a:lstStyle/>
                    <a:p>
                      <a:r>
                        <a:rPr lang="en-US" sz="2400" dirty="0"/>
                        <a:t>Primary</a:t>
                      </a:r>
                      <a:endParaRPr lang="en-IN" sz="2400" dirty="0"/>
                    </a:p>
                  </a:txBody>
                  <a:tcPr/>
                </a:tc>
                <a:extLst>
                  <a:ext uri="{0D108BD9-81ED-4DB2-BD59-A6C34878D82A}">
                    <a16:rowId xmlns:a16="http://schemas.microsoft.com/office/drawing/2014/main" val="687300858"/>
                  </a:ext>
                </a:extLst>
              </a:tr>
              <a:tr h="750187">
                <a:tc>
                  <a:txBody>
                    <a:bodyPr/>
                    <a:lstStyle/>
                    <a:p>
                      <a:r>
                        <a:rPr lang="en-US" sz="2400" dirty="0"/>
                        <a:t>Caption</a:t>
                      </a:r>
                      <a:endParaRPr lang="en-IN" sz="2400" dirty="0"/>
                    </a:p>
                  </a:txBody>
                  <a:tcPr/>
                </a:tc>
                <a:tc>
                  <a:txBody>
                    <a:bodyPr/>
                    <a:lstStyle/>
                    <a:p>
                      <a:r>
                        <a:rPr lang="en-US" sz="2400" dirty="0"/>
                        <a:t>           12</a:t>
                      </a:r>
                      <a:endParaRPr lang="en-IN" sz="2400" dirty="0"/>
                    </a:p>
                  </a:txBody>
                  <a:tcPr/>
                </a:tc>
                <a:tc>
                  <a:txBody>
                    <a:bodyPr/>
                    <a:lstStyle/>
                    <a:p>
                      <a:r>
                        <a:rPr lang="en-US" sz="2400" dirty="0"/>
                        <a:t>Regular</a:t>
                      </a:r>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Poppins</a:t>
                      </a:r>
                      <a:endParaRPr lang="en-IN" sz="2400" dirty="0"/>
                    </a:p>
                  </a:txBody>
                  <a:tcPr/>
                </a:tc>
                <a:tc>
                  <a:txBody>
                    <a:bodyPr/>
                    <a:lstStyle/>
                    <a:p>
                      <a:r>
                        <a:rPr lang="en-US" sz="2400" dirty="0"/>
                        <a:t>Muted</a:t>
                      </a:r>
                      <a:endParaRPr lang="en-IN" sz="2400" dirty="0"/>
                    </a:p>
                  </a:txBody>
                  <a:tcPr/>
                </a:tc>
                <a:extLst>
                  <a:ext uri="{0D108BD9-81ED-4DB2-BD59-A6C34878D82A}">
                    <a16:rowId xmlns:a16="http://schemas.microsoft.com/office/drawing/2014/main" val="2753761376"/>
                  </a:ext>
                </a:extLst>
              </a:tr>
            </a:tbl>
          </a:graphicData>
        </a:graphic>
      </p:graphicFrame>
    </p:spTree>
    <p:extLst>
      <p:ext uri="{BB962C8B-B14F-4D97-AF65-F5344CB8AC3E}">
        <p14:creationId xmlns:p14="http://schemas.microsoft.com/office/powerpoint/2010/main" val="1746659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90EA71E-954C-7D98-76BF-C2D89B030481}"/>
              </a:ext>
            </a:extLst>
          </p:cNvPr>
          <p:cNvSpPr txBox="1"/>
          <p:nvPr/>
        </p:nvSpPr>
        <p:spPr>
          <a:xfrm>
            <a:off x="3048000" y="3244334"/>
            <a:ext cx="6096000" cy="369332"/>
          </a:xfrm>
          <a:prstGeom prst="rect">
            <a:avLst/>
          </a:prstGeom>
          <a:noFill/>
        </p:spPr>
        <p:txBody>
          <a:bodyPr wrap="square">
            <a:spAutoFit/>
          </a:bodyPr>
          <a:lstStyle/>
          <a:p>
            <a:endParaRPr lang="en-IN"/>
          </a:p>
        </p:txBody>
      </p:sp>
      <p:sp>
        <p:nvSpPr>
          <p:cNvPr id="9" name="TextBox 8">
            <a:extLst>
              <a:ext uri="{FF2B5EF4-FFF2-40B4-BE49-F238E27FC236}">
                <a16:creationId xmlns:a16="http://schemas.microsoft.com/office/drawing/2014/main" id="{724E545D-C3AA-8FFC-AA35-BCA8DDB1CBA6}"/>
              </a:ext>
            </a:extLst>
          </p:cNvPr>
          <p:cNvSpPr txBox="1"/>
          <p:nvPr/>
        </p:nvSpPr>
        <p:spPr>
          <a:xfrm>
            <a:off x="4328160" y="2787134"/>
            <a:ext cx="6096000" cy="369332"/>
          </a:xfrm>
          <a:prstGeom prst="rect">
            <a:avLst/>
          </a:prstGeom>
          <a:noFill/>
        </p:spPr>
        <p:txBody>
          <a:bodyPr wrap="square">
            <a:spAutoFit/>
          </a:bodyPr>
          <a:lstStyle/>
          <a:p>
            <a:endParaRPr lang="en-IN"/>
          </a:p>
        </p:txBody>
      </p:sp>
      <p:sp>
        <p:nvSpPr>
          <p:cNvPr id="11" name="TextBox 10">
            <a:extLst>
              <a:ext uri="{FF2B5EF4-FFF2-40B4-BE49-F238E27FC236}">
                <a16:creationId xmlns:a16="http://schemas.microsoft.com/office/drawing/2014/main" id="{FCEA17B0-8E71-D916-B684-117FDD43369B}"/>
              </a:ext>
            </a:extLst>
          </p:cNvPr>
          <p:cNvSpPr txBox="1"/>
          <p:nvPr/>
        </p:nvSpPr>
        <p:spPr>
          <a:xfrm>
            <a:off x="2590800" y="4097774"/>
            <a:ext cx="6096000" cy="369332"/>
          </a:xfrm>
          <a:prstGeom prst="rect">
            <a:avLst/>
          </a:prstGeom>
          <a:noFill/>
        </p:spPr>
        <p:txBody>
          <a:bodyPr wrap="square">
            <a:spAutoFit/>
          </a:bodyPr>
          <a:lstStyle/>
          <a:p>
            <a:endParaRPr lang="en-IN"/>
          </a:p>
        </p:txBody>
      </p:sp>
      <p:grpSp>
        <p:nvGrpSpPr>
          <p:cNvPr id="40" name="Group 39">
            <a:extLst>
              <a:ext uri="{FF2B5EF4-FFF2-40B4-BE49-F238E27FC236}">
                <a16:creationId xmlns:a16="http://schemas.microsoft.com/office/drawing/2014/main" id="{3C81FEBF-4AE1-F7FE-D46E-FC05F79FB283}"/>
              </a:ext>
            </a:extLst>
          </p:cNvPr>
          <p:cNvGrpSpPr/>
          <p:nvPr/>
        </p:nvGrpSpPr>
        <p:grpSpPr>
          <a:xfrm>
            <a:off x="3459381" y="1980029"/>
            <a:ext cx="4555075" cy="2978052"/>
            <a:chOff x="3459381" y="1695549"/>
            <a:chExt cx="4555075" cy="2978052"/>
          </a:xfrm>
        </p:grpSpPr>
        <p:pic>
          <p:nvPicPr>
            <p:cNvPr id="13" name="Graphic 12" descr="Home with solid fill">
              <a:extLst>
                <a:ext uri="{FF2B5EF4-FFF2-40B4-BE49-F238E27FC236}">
                  <a16:creationId xmlns:a16="http://schemas.microsoft.com/office/drawing/2014/main" id="{A756E2C2-9C4A-EA2C-89CB-6804FCEFCE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59381" y="1736467"/>
              <a:ext cx="521454" cy="521454"/>
            </a:xfrm>
            <a:prstGeom prst="rect">
              <a:avLst/>
            </a:prstGeom>
          </p:spPr>
        </p:pic>
        <p:pic>
          <p:nvPicPr>
            <p:cNvPr id="15" name="Graphic 14" descr="Magnifying glass with solid fill">
              <a:extLst>
                <a:ext uri="{FF2B5EF4-FFF2-40B4-BE49-F238E27FC236}">
                  <a16:creationId xmlns:a16="http://schemas.microsoft.com/office/drawing/2014/main" id="{EB6780F0-2DBC-5791-7007-BBEA684C31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68144" y="1736467"/>
              <a:ext cx="521454" cy="521454"/>
            </a:xfrm>
            <a:prstGeom prst="rect">
              <a:avLst/>
            </a:prstGeom>
          </p:spPr>
        </p:pic>
        <p:pic>
          <p:nvPicPr>
            <p:cNvPr id="17" name="Graphic 16" descr="Star with solid fill">
              <a:extLst>
                <a:ext uri="{FF2B5EF4-FFF2-40B4-BE49-F238E27FC236}">
                  <a16:creationId xmlns:a16="http://schemas.microsoft.com/office/drawing/2014/main" id="{5815B31D-3580-C759-ACAC-4E9F202577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90052" y="3061583"/>
              <a:ext cx="587494" cy="587494"/>
            </a:xfrm>
            <a:prstGeom prst="rect">
              <a:avLst/>
            </a:prstGeom>
          </p:spPr>
        </p:pic>
        <p:pic>
          <p:nvPicPr>
            <p:cNvPr id="19" name="Graphic 18" descr="Eye with solid fill">
              <a:extLst>
                <a:ext uri="{FF2B5EF4-FFF2-40B4-BE49-F238E27FC236}">
                  <a16:creationId xmlns:a16="http://schemas.microsoft.com/office/drawing/2014/main" id="{4526FBD8-2858-330E-037D-F0F0B95AC63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00036" y="3007211"/>
              <a:ext cx="641866" cy="641866"/>
            </a:xfrm>
            <a:prstGeom prst="rect">
              <a:avLst/>
            </a:prstGeom>
          </p:spPr>
        </p:pic>
        <p:pic>
          <p:nvPicPr>
            <p:cNvPr id="21" name="Graphic 20" descr="User with solid fill">
              <a:extLst>
                <a:ext uri="{FF2B5EF4-FFF2-40B4-BE49-F238E27FC236}">
                  <a16:creationId xmlns:a16="http://schemas.microsoft.com/office/drawing/2014/main" id="{7121CBCB-1AF8-392E-98D3-6EC4E4B36FF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39463" y="1695549"/>
              <a:ext cx="574993" cy="574993"/>
            </a:xfrm>
            <a:prstGeom prst="rect">
              <a:avLst/>
            </a:prstGeom>
          </p:spPr>
        </p:pic>
        <p:pic>
          <p:nvPicPr>
            <p:cNvPr id="23" name="Graphic 22" descr="Briefcase with solid fill">
              <a:extLst>
                <a:ext uri="{FF2B5EF4-FFF2-40B4-BE49-F238E27FC236}">
                  <a16:creationId xmlns:a16="http://schemas.microsoft.com/office/drawing/2014/main" id="{EC0710A1-E5B4-DE33-633B-B22F104D567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72204" y="3004552"/>
              <a:ext cx="523369" cy="523369"/>
            </a:xfrm>
            <a:prstGeom prst="rect">
              <a:avLst/>
            </a:prstGeom>
          </p:spPr>
        </p:pic>
        <p:pic>
          <p:nvPicPr>
            <p:cNvPr id="25" name="Graphic 24" descr="Marker with solid fill">
              <a:extLst>
                <a:ext uri="{FF2B5EF4-FFF2-40B4-BE49-F238E27FC236}">
                  <a16:creationId xmlns:a16="http://schemas.microsoft.com/office/drawing/2014/main" id="{6E178D06-F285-3C13-A7DF-D92C200343F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955448" y="1736467"/>
              <a:ext cx="587494" cy="587494"/>
            </a:xfrm>
            <a:prstGeom prst="rect">
              <a:avLst/>
            </a:prstGeom>
          </p:spPr>
        </p:pic>
        <p:pic>
          <p:nvPicPr>
            <p:cNvPr id="27" name="Graphic 26" descr="Shopping cart with solid fill">
              <a:extLst>
                <a:ext uri="{FF2B5EF4-FFF2-40B4-BE49-F238E27FC236}">
                  <a16:creationId xmlns:a16="http://schemas.microsoft.com/office/drawing/2014/main" id="{3E2D8BF0-EB1A-1878-0FE9-08F2B22836B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686294" y="4097774"/>
              <a:ext cx="575827" cy="575827"/>
            </a:xfrm>
            <a:prstGeom prst="rect">
              <a:avLst/>
            </a:prstGeom>
          </p:spPr>
        </p:pic>
        <p:pic>
          <p:nvPicPr>
            <p:cNvPr id="29" name="Graphic 28" descr="Game controller with solid fill">
              <a:extLst>
                <a:ext uri="{FF2B5EF4-FFF2-40B4-BE49-F238E27FC236}">
                  <a16:creationId xmlns:a16="http://schemas.microsoft.com/office/drawing/2014/main" id="{93D9310C-151D-7F0A-0F6D-AE4247A8820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9345" y="3028295"/>
              <a:ext cx="587494" cy="587494"/>
            </a:xfrm>
            <a:prstGeom prst="rect">
              <a:avLst/>
            </a:prstGeom>
          </p:spPr>
        </p:pic>
        <p:pic>
          <p:nvPicPr>
            <p:cNvPr id="31" name="Graphic 30" descr="List with solid fill">
              <a:extLst>
                <a:ext uri="{FF2B5EF4-FFF2-40B4-BE49-F238E27FC236}">
                  <a16:creationId xmlns:a16="http://schemas.microsoft.com/office/drawing/2014/main" id="{17779A98-BBC4-AB19-40A0-AB3C55510CA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768334" y="4025007"/>
              <a:ext cx="620793" cy="620793"/>
            </a:xfrm>
            <a:prstGeom prst="rect">
              <a:avLst/>
            </a:prstGeom>
          </p:spPr>
        </p:pic>
      </p:grpSp>
      <p:sp>
        <p:nvSpPr>
          <p:cNvPr id="34" name="TextBox 33">
            <a:extLst>
              <a:ext uri="{FF2B5EF4-FFF2-40B4-BE49-F238E27FC236}">
                <a16:creationId xmlns:a16="http://schemas.microsoft.com/office/drawing/2014/main" id="{0B7523BD-02ED-5149-BF19-EF7380792145}"/>
              </a:ext>
            </a:extLst>
          </p:cNvPr>
          <p:cNvSpPr txBox="1"/>
          <p:nvPr/>
        </p:nvSpPr>
        <p:spPr>
          <a:xfrm>
            <a:off x="3233559" y="419239"/>
            <a:ext cx="6096000" cy="477054"/>
          </a:xfrm>
          <a:prstGeom prst="rect">
            <a:avLst/>
          </a:prstGeom>
          <a:noFill/>
        </p:spPr>
        <p:txBody>
          <a:bodyPr wrap="square">
            <a:spAutoFit/>
          </a:bodyPr>
          <a:lstStyle/>
          <a:p>
            <a:pPr algn="ctr"/>
            <a:r>
              <a:rPr lang="en-US" sz="2500" dirty="0"/>
              <a:t>UI Design Kit: Icons</a:t>
            </a:r>
            <a:endParaRPr lang="en-IN" sz="2500" dirty="0"/>
          </a:p>
        </p:txBody>
      </p:sp>
      <p:sp>
        <p:nvSpPr>
          <p:cNvPr id="36" name="TextBox 35">
            <a:extLst>
              <a:ext uri="{FF2B5EF4-FFF2-40B4-BE49-F238E27FC236}">
                <a16:creationId xmlns:a16="http://schemas.microsoft.com/office/drawing/2014/main" id="{FFFB7B40-99B4-8B68-5169-B8D85BDDC71F}"/>
              </a:ext>
            </a:extLst>
          </p:cNvPr>
          <p:cNvSpPr txBox="1"/>
          <p:nvPr/>
        </p:nvSpPr>
        <p:spPr>
          <a:xfrm>
            <a:off x="989705" y="3186946"/>
            <a:ext cx="1334533" cy="707886"/>
          </a:xfrm>
          <a:prstGeom prst="rect">
            <a:avLst/>
          </a:prstGeom>
          <a:noFill/>
        </p:spPr>
        <p:txBody>
          <a:bodyPr wrap="square">
            <a:spAutoFit/>
          </a:bodyPr>
          <a:lstStyle/>
          <a:p>
            <a:r>
              <a:rPr lang="en-US" sz="4000"/>
              <a:t>Icons</a:t>
            </a:r>
            <a:endParaRPr lang="en-IN" sz="4000"/>
          </a:p>
        </p:txBody>
      </p:sp>
      <p:cxnSp>
        <p:nvCxnSpPr>
          <p:cNvPr id="38" name="Straight Connector 37">
            <a:extLst>
              <a:ext uri="{FF2B5EF4-FFF2-40B4-BE49-F238E27FC236}">
                <a16:creationId xmlns:a16="http://schemas.microsoft.com/office/drawing/2014/main" id="{07444616-B5E1-AFD4-CB60-EFD7C72C9588}"/>
              </a:ext>
            </a:extLst>
          </p:cNvPr>
          <p:cNvCxnSpPr>
            <a:cxnSpLocks/>
          </p:cNvCxnSpPr>
          <p:nvPr/>
        </p:nvCxnSpPr>
        <p:spPr>
          <a:xfrm>
            <a:off x="2589324" y="1002982"/>
            <a:ext cx="66039" cy="52736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07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AC90DCF-439C-60B4-A60B-E7F87CAA820D}"/>
              </a:ext>
            </a:extLst>
          </p:cNvPr>
          <p:cNvSpPr/>
          <p:nvPr/>
        </p:nvSpPr>
        <p:spPr>
          <a:xfrm>
            <a:off x="389849" y="1421639"/>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9" name="Rectangle 38">
            <a:extLst>
              <a:ext uri="{FF2B5EF4-FFF2-40B4-BE49-F238E27FC236}">
                <a16:creationId xmlns:a16="http://schemas.microsoft.com/office/drawing/2014/main" id="{1804FA9C-2F16-C7F0-7758-C1A9AA5512BD}"/>
              </a:ext>
            </a:extLst>
          </p:cNvPr>
          <p:cNvSpPr/>
          <p:nvPr/>
        </p:nvSpPr>
        <p:spPr>
          <a:xfrm>
            <a:off x="3416710" y="1453061"/>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2BE86D53-24DE-1486-36CF-F987015B1558}"/>
              </a:ext>
            </a:extLst>
          </p:cNvPr>
          <p:cNvSpPr/>
          <p:nvPr/>
        </p:nvSpPr>
        <p:spPr>
          <a:xfrm>
            <a:off x="6510328" y="1414521"/>
            <a:ext cx="2271252" cy="467032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Sign In</a:t>
            </a:r>
            <a:endParaRPr lang="en-IN"/>
          </a:p>
        </p:txBody>
      </p:sp>
      <p:sp>
        <p:nvSpPr>
          <p:cNvPr id="41" name="Rectangle 40">
            <a:extLst>
              <a:ext uri="{FF2B5EF4-FFF2-40B4-BE49-F238E27FC236}">
                <a16:creationId xmlns:a16="http://schemas.microsoft.com/office/drawing/2014/main" id="{A51AA4CB-25D9-4BE7-9DE9-22D2E6CF13C7}"/>
              </a:ext>
            </a:extLst>
          </p:cNvPr>
          <p:cNvSpPr/>
          <p:nvPr/>
        </p:nvSpPr>
        <p:spPr>
          <a:xfrm>
            <a:off x="9709351" y="1465000"/>
            <a:ext cx="2271252" cy="467032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a:extLst>
              <a:ext uri="{FF2B5EF4-FFF2-40B4-BE49-F238E27FC236}">
                <a16:creationId xmlns:a16="http://schemas.microsoft.com/office/drawing/2014/main" id="{E7A28C29-90C4-0A4F-B0D9-3A76A46BEE44}"/>
              </a:ext>
            </a:extLst>
          </p:cNvPr>
          <p:cNvSpPr txBox="1"/>
          <p:nvPr/>
        </p:nvSpPr>
        <p:spPr>
          <a:xfrm>
            <a:off x="477774" y="746374"/>
            <a:ext cx="1836417"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sp>
        <p:nvSpPr>
          <p:cNvPr id="51" name="TextBox 50">
            <a:extLst>
              <a:ext uri="{FF2B5EF4-FFF2-40B4-BE49-F238E27FC236}">
                <a16:creationId xmlns:a16="http://schemas.microsoft.com/office/drawing/2014/main" id="{4FBE201A-578F-BCAA-9564-FE65318F32BB}"/>
              </a:ext>
            </a:extLst>
          </p:cNvPr>
          <p:cNvSpPr txBox="1"/>
          <p:nvPr/>
        </p:nvSpPr>
        <p:spPr>
          <a:xfrm>
            <a:off x="3156709" y="734616"/>
            <a:ext cx="2653601" cy="477054"/>
          </a:xfrm>
          <a:prstGeom prst="rect">
            <a:avLst/>
          </a:prstGeom>
          <a:noFill/>
        </p:spPr>
        <p:txBody>
          <a:bodyPr wrap="square">
            <a:spAutoFit/>
          </a:bodyPr>
          <a:lstStyle/>
          <a:p>
            <a:pPr algn="ctr"/>
            <a:r>
              <a:rPr lang="en-US" sz="2500"/>
              <a:t>High fidelity</a:t>
            </a:r>
            <a:endParaRPr lang="en-IN" sz="2500"/>
          </a:p>
        </p:txBody>
      </p:sp>
      <p:sp>
        <p:nvSpPr>
          <p:cNvPr id="53" name="TextBox 52">
            <a:extLst>
              <a:ext uri="{FF2B5EF4-FFF2-40B4-BE49-F238E27FC236}">
                <a16:creationId xmlns:a16="http://schemas.microsoft.com/office/drawing/2014/main" id="{B862E3F5-FB18-EC53-53EB-A5AF2A5BA0D5}"/>
              </a:ext>
            </a:extLst>
          </p:cNvPr>
          <p:cNvSpPr txBox="1"/>
          <p:nvPr/>
        </p:nvSpPr>
        <p:spPr>
          <a:xfrm>
            <a:off x="9822422" y="746804"/>
            <a:ext cx="2045110" cy="477054"/>
          </a:xfrm>
          <a:prstGeom prst="rect">
            <a:avLst/>
          </a:prstGeom>
          <a:noFill/>
        </p:spPr>
        <p:txBody>
          <a:bodyPr wrap="square">
            <a:spAutoFit/>
          </a:bodyPr>
          <a:lstStyle/>
          <a:p>
            <a:pPr algn="ctr"/>
            <a:r>
              <a:rPr lang="en-US" sz="2500"/>
              <a:t>High fidelity</a:t>
            </a:r>
            <a:endParaRPr lang="en-IN" sz="2500"/>
          </a:p>
        </p:txBody>
      </p:sp>
      <p:sp>
        <p:nvSpPr>
          <p:cNvPr id="55" name="TextBox 54">
            <a:extLst>
              <a:ext uri="{FF2B5EF4-FFF2-40B4-BE49-F238E27FC236}">
                <a16:creationId xmlns:a16="http://schemas.microsoft.com/office/drawing/2014/main" id="{C8237746-7D30-410E-5EA3-3124653E92C0}"/>
              </a:ext>
            </a:extLst>
          </p:cNvPr>
          <p:cNvSpPr txBox="1"/>
          <p:nvPr/>
        </p:nvSpPr>
        <p:spPr>
          <a:xfrm>
            <a:off x="6651522" y="746374"/>
            <a:ext cx="1917290"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cxnSp>
        <p:nvCxnSpPr>
          <p:cNvPr id="58" name="Straight Connector 57">
            <a:extLst>
              <a:ext uri="{FF2B5EF4-FFF2-40B4-BE49-F238E27FC236}">
                <a16:creationId xmlns:a16="http://schemas.microsoft.com/office/drawing/2014/main" id="{256CB5B9-72C8-36DD-D329-CC7D95D28F58}"/>
              </a:ext>
            </a:extLst>
          </p:cNvPr>
          <p:cNvCxnSpPr/>
          <p:nvPr/>
        </p:nvCxnSpPr>
        <p:spPr>
          <a:xfrm>
            <a:off x="6014720" y="284480"/>
            <a:ext cx="0" cy="628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EE39E59-0308-C578-0F34-40296AE671DC}"/>
              </a:ext>
            </a:extLst>
          </p:cNvPr>
          <p:cNvCxnSpPr/>
          <p:nvPr/>
        </p:nvCxnSpPr>
        <p:spPr>
          <a:xfrm>
            <a:off x="2824480" y="348996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9C9912C-A837-B392-8394-11022421ACD4}"/>
              </a:ext>
            </a:extLst>
          </p:cNvPr>
          <p:cNvCxnSpPr/>
          <p:nvPr/>
        </p:nvCxnSpPr>
        <p:spPr>
          <a:xfrm>
            <a:off x="9022080" y="357124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F5DC3F8-3709-1C80-4F66-BCE48CD9B5D8}"/>
              </a:ext>
            </a:extLst>
          </p:cNvPr>
          <p:cNvSpPr txBox="1"/>
          <p:nvPr/>
        </p:nvSpPr>
        <p:spPr>
          <a:xfrm>
            <a:off x="2591290" y="6208893"/>
            <a:ext cx="1048777" cy="477054"/>
          </a:xfrm>
          <a:prstGeom prst="rect">
            <a:avLst/>
          </a:prstGeom>
          <a:noFill/>
        </p:spPr>
        <p:txBody>
          <a:bodyPr wrap="square">
            <a:spAutoFit/>
          </a:bodyPr>
          <a:lstStyle/>
          <a:p>
            <a:r>
              <a:rPr lang="en-US" sz="2500">
                <a:solidFill>
                  <a:schemeClr val="tx1"/>
                </a:solidFill>
              </a:rPr>
              <a:t>Login</a:t>
            </a:r>
            <a:endParaRPr lang="en-IN" sz="2500"/>
          </a:p>
        </p:txBody>
      </p:sp>
      <p:sp>
        <p:nvSpPr>
          <p:cNvPr id="65" name="TextBox 64">
            <a:extLst>
              <a:ext uri="{FF2B5EF4-FFF2-40B4-BE49-F238E27FC236}">
                <a16:creationId xmlns:a16="http://schemas.microsoft.com/office/drawing/2014/main" id="{C272DE2B-CAF1-3B88-FF3D-5710455534FD}"/>
              </a:ext>
            </a:extLst>
          </p:cNvPr>
          <p:cNvSpPr txBox="1"/>
          <p:nvPr/>
        </p:nvSpPr>
        <p:spPr>
          <a:xfrm>
            <a:off x="6219131" y="6189577"/>
            <a:ext cx="6096000" cy="477054"/>
          </a:xfrm>
          <a:prstGeom prst="rect">
            <a:avLst/>
          </a:prstGeom>
          <a:noFill/>
        </p:spPr>
        <p:txBody>
          <a:bodyPr wrap="square">
            <a:spAutoFit/>
          </a:bodyPr>
          <a:lstStyle/>
          <a:p>
            <a:pPr algn="ctr"/>
            <a:r>
              <a:rPr lang="en-US" sz="2500"/>
              <a:t>Sign In</a:t>
            </a:r>
            <a:endParaRPr lang="en-IN" sz="2500"/>
          </a:p>
        </p:txBody>
      </p:sp>
    </p:spTree>
    <p:extLst>
      <p:ext uri="{BB962C8B-B14F-4D97-AF65-F5344CB8AC3E}">
        <p14:creationId xmlns:p14="http://schemas.microsoft.com/office/powerpoint/2010/main" val="540614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65CDACF-567C-7F6B-7C67-21EFA01E4B94}"/>
              </a:ext>
            </a:extLst>
          </p:cNvPr>
          <p:cNvSpPr/>
          <p:nvPr/>
        </p:nvSpPr>
        <p:spPr>
          <a:xfrm>
            <a:off x="394277" y="120083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656C7E8-6A71-16E8-34CA-9099429C3840}"/>
              </a:ext>
            </a:extLst>
          </p:cNvPr>
          <p:cNvSpPr/>
          <p:nvPr/>
        </p:nvSpPr>
        <p:spPr>
          <a:xfrm>
            <a:off x="3318712" y="1200838"/>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5E43AEF6-387E-0259-C638-FBD6EB994F44}"/>
              </a:ext>
            </a:extLst>
          </p:cNvPr>
          <p:cNvSpPr/>
          <p:nvPr/>
        </p:nvSpPr>
        <p:spPr>
          <a:xfrm>
            <a:off x="6602038" y="1200838"/>
            <a:ext cx="2271252" cy="467032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A50CB12F-DC27-5245-4B7C-41B6E3B16441}"/>
              </a:ext>
            </a:extLst>
          </p:cNvPr>
          <p:cNvSpPr/>
          <p:nvPr/>
        </p:nvSpPr>
        <p:spPr>
          <a:xfrm>
            <a:off x="9617911" y="1200838"/>
            <a:ext cx="2271252" cy="467032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6520F5BA-A4EA-F711-0FA5-0B66424171F9}"/>
              </a:ext>
            </a:extLst>
          </p:cNvPr>
          <p:cNvSpPr txBox="1"/>
          <p:nvPr/>
        </p:nvSpPr>
        <p:spPr>
          <a:xfrm>
            <a:off x="9822422" y="624884"/>
            <a:ext cx="2045110" cy="477054"/>
          </a:xfrm>
          <a:prstGeom prst="rect">
            <a:avLst/>
          </a:prstGeom>
          <a:noFill/>
        </p:spPr>
        <p:txBody>
          <a:bodyPr wrap="square">
            <a:spAutoFit/>
          </a:bodyPr>
          <a:lstStyle/>
          <a:p>
            <a:pPr algn="ctr"/>
            <a:r>
              <a:rPr lang="en-US" sz="2500"/>
              <a:t>High fidelity</a:t>
            </a:r>
            <a:endParaRPr lang="en-IN" sz="2500"/>
          </a:p>
        </p:txBody>
      </p:sp>
      <p:sp>
        <p:nvSpPr>
          <p:cNvPr id="18" name="TextBox 17">
            <a:extLst>
              <a:ext uri="{FF2B5EF4-FFF2-40B4-BE49-F238E27FC236}">
                <a16:creationId xmlns:a16="http://schemas.microsoft.com/office/drawing/2014/main" id="{78FFD2AC-8524-B276-AC09-90E1D71FF7EE}"/>
              </a:ext>
            </a:extLst>
          </p:cNvPr>
          <p:cNvSpPr txBox="1"/>
          <p:nvPr/>
        </p:nvSpPr>
        <p:spPr>
          <a:xfrm>
            <a:off x="3431783" y="596362"/>
            <a:ext cx="2045110" cy="477054"/>
          </a:xfrm>
          <a:prstGeom prst="rect">
            <a:avLst/>
          </a:prstGeom>
          <a:noFill/>
        </p:spPr>
        <p:txBody>
          <a:bodyPr wrap="square">
            <a:spAutoFit/>
          </a:bodyPr>
          <a:lstStyle/>
          <a:p>
            <a:pPr algn="ctr"/>
            <a:r>
              <a:rPr lang="en-US" sz="2500"/>
              <a:t>High fidelity</a:t>
            </a:r>
            <a:endParaRPr lang="en-IN" sz="2500"/>
          </a:p>
        </p:txBody>
      </p:sp>
      <p:sp>
        <p:nvSpPr>
          <p:cNvPr id="20" name="TextBox 19">
            <a:extLst>
              <a:ext uri="{FF2B5EF4-FFF2-40B4-BE49-F238E27FC236}">
                <a16:creationId xmlns:a16="http://schemas.microsoft.com/office/drawing/2014/main" id="{C315C559-04FB-0660-BFC6-B7702719038A}"/>
              </a:ext>
            </a:extLst>
          </p:cNvPr>
          <p:cNvSpPr txBox="1"/>
          <p:nvPr/>
        </p:nvSpPr>
        <p:spPr>
          <a:xfrm>
            <a:off x="394277" y="582658"/>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sp>
        <p:nvSpPr>
          <p:cNvPr id="21" name="TextBox 20">
            <a:extLst>
              <a:ext uri="{FF2B5EF4-FFF2-40B4-BE49-F238E27FC236}">
                <a16:creationId xmlns:a16="http://schemas.microsoft.com/office/drawing/2014/main" id="{20DD8F84-85C7-9903-980B-96C6C05FDEAD}"/>
              </a:ext>
            </a:extLst>
          </p:cNvPr>
          <p:cNvSpPr txBox="1"/>
          <p:nvPr/>
        </p:nvSpPr>
        <p:spPr>
          <a:xfrm>
            <a:off x="6591878" y="596362"/>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cxnSp>
        <p:nvCxnSpPr>
          <p:cNvPr id="22" name="Straight Arrow Connector 21">
            <a:extLst>
              <a:ext uri="{FF2B5EF4-FFF2-40B4-BE49-F238E27FC236}">
                <a16:creationId xmlns:a16="http://schemas.microsoft.com/office/drawing/2014/main" id="{D841EC19-3723-F826-6F93-2339BC31644B}"/>
              </a:ext>
            </a:extLst>
          </p:cNvPr>
          <p:cNvCxnSpPr/>
          <p:nvPr/>
        </p:nvCxnSpPr>
        <p:spPr>
          <a:xfrm>
            <a:off x="2824480" y="34290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D8A5C8-B665-6271-B55F-0AB742534F13}"/>
              </a:ext>
            </a:extLst>
          </p:cNvPr>
          <p:cNvCxnSpPr/>
          <p:nvPr/>
        </p:nvCxnSpPr>
        <p:spPr>
          <a:xfrm>
            <a:off x="9062720" y="34290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93C652D-E672-D080-3F96-35C79DF10EBF}"/>
              </a:ext>
            </a:extLst>
          </p:cNvPr>
          <p:cNvCxnSpPr/>
          <p:nvPr/>
        </p:nvCxnSpPr>
        <p:spPr>
          <a:xfrm>
            <a:off x="6014720" y="284480"/>
            <a:ext cx="0" cy="628904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91AFC3B-A3A1-1EC5-9B62-B0AEEB6CC0B3}"/>
              </a:ext>
            </a:extLst>
          </p:cNvPr>
          <p:cNvSpPr txBox="1"/>
          <p:nvPr/>
        </p:nvSpPr>
        <p:spPr>
          <a:xfrm>
            <a:off x="0" y="6133387"/>
            <a:ext cx="6096000" cy="477054"/>
          </a:xfrm>
          <a:prstGeom prst="rect">
            <a:avLst/>
          </a:prstGeom>
          <a:noFill/>
        </p:spPr>
        <p:txBody>
          <a:bodyPr wrap="square">
            <a:spAutoFit/>
          </a:bodyPr>
          <a:lstStyle/>
          <a:p>
            <a:pPr algn="ctr"/>
            <a:r>
              <a:rPr lang="en-US" sz="2500"/>
              <a:t>Home Page</a:t>
            </a:r>
            <a:endParaRPr lang="en-IN" sz="2500"/>
          </a:p>
        </p:txBody>
      </p:sp>
      <p:sp>
        <p:nvSpPr>
          <p:cNvPr id="30" name="TextBox 29">
            <a:extLst>
              <a:ext uri="{FF2B5EF4-FFF2-40B4-BE49-F238E27FC236}">
                <a16:creationId xmlns:a16="http://schemas.microsoft.com/office/drawing/2014/main" id="{DF42968D-BAB2-FBCE-6CE2-F21A5EEBC334}"/>
              </a:ext>
            </a:extLst>
          </p:cNvPr>
          <p:cNvSpPr txBox="1"/>
          <p:nvPr/>
        </p:nvSpPr>
        <p:spPr>
          <a:xfrm>
            <a:off x="6204152" y="6116128"/>
            <a:ext cx="6096000" cy="477054"/>
          </a:xfrm>
          <a:prstGeom prst="rect">
            <a:avLst/>
          </a:prstGeom>
          <a:noFill/>
        </p:spPr>
        <p:txBody>
          <a:bodyPr wrap="square">
            <a:spAutoFit/>
          </a:bodyPr>
          <a:lstStyle/>
          <a:p>
            <a:pPr algn="ctr"/>
            <a:r>
              <a:rPr lang="en-US" sz="2500"/>
              <a:t>Trending</a:t>
            </a:r>
            <a:endParaRPr lang="en-IN" sz="2500"/>
          </a:p>
        </p:txBody>
      </p:sp>
    </p:spTree>
    <p:extLst>
      <p:ext uri="{BB962C8B-B14F-4D97-AF65-F5344CB8AC3E}">
        <p14:creationId xmlns:p14="http://schemas.microsoft.com/office/powerpoint/2010/main" val="1779345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AF3939-F3EC-F6B0-C098-3481B6E6529E}"/>
              </a:ext>
            </a:extLst>
          </p:cNvPr>
          <p:cNvSpPr/>
          <p:nvPr/>
        </p:nvSpPr>
        <p:spPr>
          <a:xfrm>
            <a:off x="394277" y="138371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A9FE56B-A058-1CB8-07E9-30CBA3B94281}"/>
              </a:ext>
            </a:extLst>
          </p:cNvPr>
          <p:cNvSpPr/>
          <p:nvPr/>
        </p:nvSpPr>
        <p:spPr>
          <a:xfrm>
            <a:off x="3318712" y="1383718"/>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4C1E837-2975-A8EA-3D03-61B40DFC4252}"/>
              </a:ext>
            </a:extLst>
          </p:cNvPr>
          <p:cNvSpPr/>
          <p:nvPr/>
        </p:nvSpPr>
        <p:spPr>
          <a:xfrm>
            <a:off x="6602038" y="1383718"/>
            <a:ext cx="2271252" cy="467032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DEDEC05-6E41-63AA-21BE-11E5F2ADEEA3}"/>
              </a:ext>
            </a:extLst>
          </p:cNvPr>
          <p:cNvSpPr/>
          <p:nvPr/>
        </p:nvSpPr>
        <p:spPr>
          <a:xfrm>
            <a:off x="9617911" y="1383718"/>
            <a:ext cx="2271252" cy="467032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1950A7B-238D-C1DC-E6A1-B6C875D5A828}"/>
              </a:ext>
            </a:extLst>
          </p:cNvPr>
          <p:cNvSpPr txBox="1"/>
          <p:nvPr/>
        </p:nvSpPr>
        <p:spPr>
          <a:xfrm>
            <a:off x="9822422" y="807764"/>
            <a:ext cx="2045110" cy="477054"/>
          </a:xfrm>
          <a:prstGeom prst="rect">
            <a:avLst/>
          </a:prstGeom>
          <a:noFill/>
        </p:spPr>
        <p:txBody>
          <a:bodyPr wrap="square">
            <a:spAutoFit/>
          </a:bodyPr>
          <a:lstStyle/>
          <a:p>
            <a:pPr algn="ctr"/>
            <a:r>
              <a:rPr lang="en-US" sz="2500"/>
              <a:t>High fidelity</a:t>
            </a:r>
            <a:endParaRPr lang="en-IN" sz="2500"/>
          </a:p>
        </p:txBody>
      </p:sp>
      <p:sp>
        <p:nvSpPr>
          <p:cNvPr id="13" name="TextBox 12">
            <a:extLst>
              <a:ext uri="{FF2B5EF4-FFF2-40B4-BE49-F238E27FC236}">
                <a16:creationId xmlns:a16="http://schemas.microsoft.com/office/drawing/2014/main" id="{9E61C9A5-DEE5-9FCB-8978-97F423A4B26C}"/>
              </a:ext>
            </a:extLst>
          </p:cNvPr>
          <p:cNvSpPr txBox="1"/>
          <p:nvPr/>
        </p:nvSpPr>
        <p:spPr>
          <a:xfrm>
            <a:off x="3431783" y="779242"/>
            <a:ext cx="2045110" cy="477054"/>
          </a:xfrm>
          <a:prstGeom prst="rect">
            <a:avLst/>
          </a:prstGeom>
          <a:noFill/>
        </p:spPr>
        <p:txBody>
          <a:bodyPr wrap="square">
            <a:spAutoFit/>
          </a:bodyPr>
          <a:lstStyle/>
          <a:p>
            <a:pPr algn="ctr"/>
            <a:r>
              <a:rPr lang="en-US" sz="2500"/>
              <a:t>High fidelity</a:t>
            </a:r>
            <a:endParaRPr lang="en-IN" sz="2500"/>
          </a:p>
        </p:txBody>
      </p:sp>
      <p:sp>
        <p:nvSpPr>
          <p:cNvPr id="14" name="TextBox 13">
            <a:extLst>
              <a:ext uri="{FF2B5EF4-FFF2-40B4-BE49-F238E27FC236}">
                <a16:creationId xmlns:a16="http://schemas.microsoft.com/office/drawing/2014/main" id="{38134B22-F075-EB71-B217-4E5155B7A33F}"/>
              </a:ext>
            </a:extLst>
          </p:cNvPr>
          <p:cNvSpPr txBox="1"/>
          <p:nvPr/>
        </p:nvSpPr>
        <p:spPr>
          <a:xfrm>
            <a:off x="394277" y="765538"/>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sp>
        <p:nvSpPr>
          <p:cNvPr id="15" name="TextBox 14">
            <a:extLst>
              <a:ext uri="{FF2B5EF4-FFF2-40B4-BE49-F238E27FC236}">
                <a16:creationId xmlns:a16="http://schemas.microsoft.com/office/drawing/2014/main" id="{7BEE88B8-7F07-464C-7EDF-DBD06EBCEF3F}"/>
              </a:ext>
            </a:extLst>
          </p:cNvPr>
          <p:cNvSpPr txBox="1"/>
          <p:nvPr/>
        </p:nvSpPr>
        <p:spPr>
          <a:xfrm>
            <a:off x="6591878" y="779242"/>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cxnSp>
        <p:nvCxnSpPr>
          <p:cNvPr id="16" name="Straight Connector 15">
            <a:extLst>
              <a:ext uri="{FF2B5EF4-FFF2-40B4-BE49-F238E27FC236}">
                <a16:creationId xmlns:a16="http://schemas.microsoft.com/office/drawing/2014/main" id="{95A4FB65-F7DB-57E3-AB3A-1CDFB500B2AA}"/>
              </a:ext>
            </a:extLst>
          </p:cNvPr>
          <p:cNvCxnSpPr/>
          <p:nvPr/>
        </p:nvCxnSpPr>
        <p:spPr>
          <a:xfrm>
            <a:off x="6014720" y="284480"/>
            <a:ext cx="0" cy="628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C30A235-E794-4A71-10FE-25073EFFB29E}"/>
              </a:ext>
            </a:extLst>
          </p:cNvPr>
          <p:cNvCxnSpPr/>
          <p:nvPr/>
        </p:nvCxnSpPr>
        <p:spPr>
          <a:xfrm>
            <a:off x="2824480" y="34290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5B5E35-B4EA-670D-603F-E1B7DD809BFA}"/>
              </a:ext>
            </a:extLst>
          </p:cNvPr>
          <p:cNvCxnSpPr/>
          <p:nvPr/>
        </p:nvCxnSpPr>
        <p:spPr>
          <a:xfrm>
            <a:off x="9072880" y="34290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1F8B7F4-EBDB-ADBD-E582-FD2D9FE554DB}"/>
              </a:ext>
            </a:extLst>
          </p:cNvPr>
          <p:cNvSpPr txBox="1"/>
          <p:nvPr/>
        </p:nvSpPr>
        <p:spPr>
          <a:xfrm>
            <a:off x="-52762" y="6196779"/>
            <a:ext cx="6096000" cy="477054"/>
          </a:xfrm>
          <a:prstGeom prst="rect">
            <a:avLst/>
          </a:prstGeom>
          <a:noFill/>
        </p:spPr>
        <p:txBody>
          <a:bodyPr wrap="square">
            <a:spAutoFit/>
          </a:bodyPr>
          <a:lstStyle/>
          <a:p>
            <a:pPr algn="ctr"/>
            <a:r>
              <a:rPr lang="en-US" sz="2500"/>
              <a:t>Order Page</a:t>
            </a:r>
            <a:endParaRPr lang="en-IN" sz="2500"/>
          </a:p>
        </p:txBody>
      </p:sp>
      <p:sp>
        <p:nvSpPr>
          <p:cNvPr id="22" name="TextBox 21">
            <a:extLst>
              <a:ext uri="{FF2B5EF4-FFF2-40B4-BE49-F238E27FC236}">
                <a16:creationId xmlns:a16="http://schemas.microsoft.com/office/drawing/2014/main" id="{A5DD0C03-BC50-8275-EBDD-F7B46CCA0B26}"/>
              </a:ext>
            </a:extLst>
          </p:cNvPr>
          <p:cNvSpPr txBox="1"/>
          <p:nvPr/>
        </p:nvSpPr>
        <p:spPr>
          <a:xfrm>
            <a:off x="6221932" y="6161143"/>
            <a:ext cx="6121400" cy="477054"/>
          </a:xfrm>
          <a:prstGeom prst="rect">
            <a:avLst/>
          </a:prstGeom>
          <a:noFill/>
        </p:spPr>
        <p:txBody>
          <a:bodyPr wrap="square">
            <a:spAutoFit/>
          </a:bodyPr>
          <a:lstStyle/>
          <a:p>
            <a:pPr algn="ctr"/>
            <a:r>
              <a:rPr lang="en-US" sz="2500"/>
              <a:t>Profile</a:t>
            </a:r>
            <a:endParaRPr lang="en-IN" sz="2500"/>
          </a:p>
        </p:txBody>
      </p:sp>
    </p:spTree>
    <p:extLst>
      <p:ext uri="{BB962C8B-B14F-4D97-AF65-F5344CB8AC3E}">
        <p14:creationId xmlns:p14="http://schemas.microsoft.com/office/powerpoint/2010/main" val="524776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72C544-BB78-835C-4173-EEE9A6E105E2}"/>
              </a:ext>
            </a:extLst>
          </p:cNvPr>
          <p:cNvSpPr/>
          <p:nvPr/>
        </p:nvSpPr>
        <p:spPr>
          <a:xfrm>
            <a:off x="333317" y="119067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3DE8BC0-2B5D-7FAE-8F4D-790A6A42C07E}"/>
              </a:ext>
            </a:extLst>
          </p:cNvPr>
          <p:cNvSpPr/>
          <p:nvPr/>
        </p:nvSpPr>
        <p:spPr>
          <a:xfrm>
            <a:off x="3257752" y="1190678"/>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186E4B6-E336-8507-0BFB-A47A128191DD}"/>
              </a:ext>
            </a:extLst>
          </p:cNvPr>
          <p:cNvSpPr/>
          <p:nvPr/>
        </p:nvSpPr>
        <p:spPr>
          <a:xfrm>
            <a:off x="6541078" y="1190678"/>
            <a:ext cx="2271252" cy="467032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8966EC7-11E8-5EB6-5B42-ACD12EA97EF8}"/>
              </a:ext>
            </a:extLst>
          </p:cNvPr>
          <p:cNvSpPr/>
          <p:nvPr/>
        </p:nvSpPr>
        <p:spPr>
          <a:xfrm>
            <a:off x="9556951" y="1190678"/>
            <a:ext cx="2271252" cy="467032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64E6C2F-2959-DF79-1FB9-B4727C077646}"/>
              </a:ext>
            </a:extLst>
          </p:cNvPr>
          <p:cNvSpPr txBox="1"/>
          <p:nvPr/>
        </p:nvSpPr>
        <p:spPr>
          <a:xfrm>
            <a:off x="9761462" y="614724"/>
            <a:ext cx="2045110" cy="477054"/>
          </a:xfrm>
          <a:prstGeom prst="rect">
            <a:avLst/>
          </a:prstGeom>
          <a:noFill/>
        </p:spPr>
        <p:txBody>
          <a:bodyPr wrap="square">
            <a:spAutoFit/>
          </a:bodyPr>
          <a:lstStyle/>
          <a:p>
            <a:pPr algn="ctr"/>
            <a:r>
              <a:rPr lang="en-US" sz="2500"/>
              <a:t>High fidelity</a:t>
            </a:r>
            <a:endParaRPr lang="en-IN" sz="2500"/>
          </a:p>
        </p:txBody>
      </p:sp>
      <p:sp>
        <p:nvSpPr>
          <p:cNvPr id="11" name="TextBox 10">
            <a:extLst>
              <a:ext uri="{FF2B5EF4-FFF2-40B4-BE49-F238E27FC236}">
                <a16:creationId xmlns:a16="http://schemas.microsoft.com/office/drawing/2014/main" id="{560B2325-A2AD-F209-C897-1615FE2956DB}"/>
              </a:ext>
            </a:extLst>
          </p:cNvPr>
          <p:cNvSpPr txBox="1"/>
          <p:nvPr/>
        </p:nvSpPr>
        <p:spPr>
          <a:xfrm>
            <a:off x="3370823" y="586202"/>
            <a:ext cx="2045110" cy="477054"/>
          </a:xfrm>
          <a:prstGeom prst="rect">
            <a:avLst/>
          </a:prstGeom>
          <a:noFill/>
        </p:spPr>
        <p:txBody>
          <a:bodyPr wrap="square">
            <a:spAutoFit/>
          </a:bodyPr>
          <a:lstStyle/>
          <a:p>
            <a:pPr algn="ctr"/>
            <a:r>
              <a:rPr lang="en-US" sz="2500"/>
              <a:t>High fidelity</a:t>
            </a:r>
            <a:endParaRPr lang="en-IN" sz="2500"/>
          </a:p>
        </p:txBody>
      </p:sp>
      <p:sp>
        <p:nvSpPr>
          <p:cNvPr id="12" name="TextBox 11">
            <a:extLst>
              <a:ext uri="{FF2B5EF4-FFF2-40B4-BE49-F238E27FC236}">
                <a16:creationId xmlns:a16="http://schemas.microsoft.com/office/drawing/2014/main" id="{D97D580A-EC52-9116-BEDE-353B1977DB5D}"/>
              </a:ext>
            </a:extLst>
          </p:cNvPr>
          <p:cNvSpPr txBox="1"/>
          <p:nvPr/>
        </p:nvSpPr>
        <p:spPr>
          <a:xfrm>
            <a:off x="333317" y="572498"/>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sp>
        <p:nvSpPr>
          <p:cNvPr id="13" name="TextBox 12">
            <a:extLst>
              <a:ext uri="{FF2B5EF4-FFF2-40B4-BE49-F238E27FC236}">
                <a16:creationId xmlns:a16="http://schemas.microsoft.com/office/drawing/2014/main" id="{0438AEBB-CE08-7166-6654-5E16BAC14922}"/>
              </a:ext>
            </a:extLst>
          </p:cNvPr>
          <p:cNvSpPr txBox="1"/>
          <p:nvPr/>
        </p:nvSpPr>
        <p:spPr>
          <a:xfrm>
            <a:off x="6530918" y="586202"/>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cxnSp>
        <p:nvCxnSpPr>
          <p:cNvPr id="14" name="Straight Connector 13">
            <a:extLst>
              <a:ext uri="{FF2B5EF4-FFF2-40B4-BE49-F238E27FC236}">
                <a16:creationId xmlns:a16="http://schemas.microsoft.com/office/drawing/2014/main" id="{7E72BBF3-D64A-C22C-77F6-C7AD25E997D6}"/>
              </a:ext>
            </a:extLst>
          </p:cNvPr>
          <p:cNvCxnSpPr/>
          <p:nvPr/>
        </p:nvCxnSpPr>
        <p:spPr>
          <a:xfrm>
            <a:off x="6014720" y="284480"/>
            <a:ext cx="0" cy="628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B768D44-343E-6EFA-F4FE-F1B2E9B78DBA}"/>
              </a:ext>
            </a:extLst>
          </p:cNvPr>
          <p:cNvCxnSpPr/>
          <p:nvPr/>
        </p:nvCxnSpPr>
        <p:spPr>
          <a:xfrm>
            <a:off x="2763520" y="33274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2264926-E87E-40FB-FD9E-A63E3030CA38}"/>
              </a:ext>
            </a:extLst>
          </p:cNvPr>
          <p:cNvCxnSpPr/>
          <p:nvPr/>
        </p:nvCxnSpPr>
        <p:spPr>
          <a:xfrm>
            <a:off x="8961120" y="324612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8005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1FF5C5-C6BC-FA3F-A59B-FF5376502AC5}"/>
              </a:ext>
            </a:extLst>
          </p:cNvPr>
          <p:cNvSpPr/>
          <p:nvPr/>
        </p:nvSpPr>
        <p:spPr>
          <a:xfrm>
            <a:off x="373957" y="129227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F5F20CC-73F7-13D7-B8A1-5FF2600006BC}"/>
              </a:ext>
            </a:extLst>
          </p:cNvPr>
          <p:cNvSpPr/>
          <p:nvPr/>
        </p:nvSpPr>
        <p:spPr>
          <a:xfrm>
            <a:off x="3298392" y="1292278"/>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54375FF-B067-7E8F-A5AF-5B10585ABD19}"/>
              </a:ext>
            </a:extLst>
          </p:cNvPr>
          <p:cNvSpPr/>
          <p:nvPr/>
        </p:nvSpPr>
        <p:spPr>
          <a:xfrm>
            <a:off x="6581718" y="129227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6BC7ED27-31FA-7D0B-E27B-DA7DC764809F}"/>
              </a:ext>
            </a:extLst>
          </p:cNvPr>
          <p:cNvSpPr/>
          <p:nvPr/>
        </p:nvSpPr>
        <p:spPr>
          <a:xfrm>
            <a:off x="9597591" y="1292278"/>
            <a:ext cx="2271252" cy="4670323"/>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34DC1BD-8EBE-AC6E-0294-D81B01274779}"/>
              </a:ext>
            </a:extLst>
          </p:cNvPr>
          <p:cNvSpPr txBox="1"/>
          <p:nvPr/>
        </p:nvSpPr>
        <p:spPr>
          <a:xfrm>
            <a:off x="9802102" y="716324"/>
            <a:ext cx="2045110" cy="477054"/>
          </a:xfrm>
          <a:prstGeom prst="rect">
            <a:avLst/>
          </a:prstGeom>
          <a:noFill/>
        </p:spPr>
        <p:txBody>
          <a:bodyPr wrap="square">
            <a:spAutoFit/>
          </a:bodyPr>
          <a:lstStyle/>
          <a:p>
            <a:pPr algn="ctr"/>
            <a:r>
              <a:rPr lang="en-US" sz="2500"/>
              <a:t>High fidelity</a:t>
            </a:r>
            <a:endParaRPr lang="en-IN" sz="2500"/>
          </a:p>
        </p:txBody>
      </p:sp>
      <p:sp>
        <p:nvSpPr>
          <p:cNvPr id="11" name="TextBox 10">
            <a:extLst>
              <a:ext uri="{FF2B5EF4-FFF2-40B4-BE49-F238E27FC236}">
                <a16:creationId xmlns:a16="http://schemas.microsoft.com/office/drawing/2014/main" id="{6C88806D-F416-3954-AD93-D956FD1D4E82}"/>
              </a:ext>
            </a:extLst>
          </p:cNvPr>
          <p:cNvSpPr txBox="1"/>
          <p:nvPr/>
        </p:nvSpPr>
        <p:spPr>
          <a:xfrm>
            <a:off x="3411463" y="687802"/>
            <a:ext cx="2045110" cy="477054"/>
          </a:xfrm>
          <a:prstGeom prst="rect">
            <a:avLst/>
          </a:prstGeom>
          <a:noFill/>
        </p:spPr>
        <p:txBody>
          <a:bodyPr wrap="square">
            <a:spAutoFit/>
          </a:bodyPr>
          <a:lstStyle/>
          <a:p>
            <a:pPr algn="ctr"/>
            <a:r>
              <a:rPr lang="en-US" sz="2500"/>
              <a:t>High fidelity</a:t>
            </a:r>
            <a:endParaRPr lang="en-IN" sz="2500"/>
          </a:p>
        </p:txBody>
      </p:sp>
      <p:sp>
        <p:nvSpPr>
          <p:cNvPr id="12" name="TextBox 11">
            <a:extLst>
              <a:ext uri="{FF2B5EF4-FFF2-40B4-BE49-F238E27FC236}">
                <a16:creationId xmlns:a16="http://schemas.microsoft.com/office/drawing/2014/main" id="{AAA76C1B-8644-06D8-6338-884DE44C9CBF}"/>
              </a:ext>
            </a:extLst>
          </p:cNvPr>
          <p:cNvSpPr txBox="1"/>
          <p:nvPr/>
        </p:nvSpPr>
        <p:spPr>
          <a:xfrm>
            <a:off x="373957" y="674098"/>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sp>
        <p:nvSpPr>
          <p:cNvPr id="13" name="TextBox 12">
            <a:extLst>
              <a:ext uri="{FF2B5EF4-FFF2-40B4-BE49-F238E27FC236}">
                <a16:creationId xmlns:a16="http://schemas.microsoft.com/office/drawing/2014/main" id="{97B48DBA-847A-6F3A-1369-F71378059C1A}"/>
              </a:ext>
            </a:extLst>
          </p:cNvPr>
          <p:cNvSpPr txBox="1"/>
          <p:nvPr/>
        </p:nvSpPr>
        <p:spPr>
          <a:xfrm>
            <a:off x="6571558" y="687802"/>
            <a:ext cx="2271252" cy="477054"/>
          </a:xfrm>
          <a:prstGeom prst="rect">
            <a:avLst/>
          </a:prstGeom>
          <a:noFill/>
        </p:spPr>
        <p:txBody>
          <a:bodyPr wrap="square">
            <a:spAutoFit/>
          </a:bodyPr>
          <a:lstStyle/>
          <a:p>
            <a:pPr algn="ctr"/>
            <a:r>
              <a:rPr lang="en-US" sz="2500">
                <a:solidFill>
                  <a:schemeClr val="tx1"/>
                </a:solidFill>
              </a:rPr>
              <a:t>L</a:t>
            </a:r>
            <a:r>
              <a:rPr lang="en-IN" sz="2500">
                <a:solidFill>
                  <a:schemeClr val="tx1"/>
                </a:solidFill>
              </a:rPr>
              <a:t>ow fidelity</a:t>
            </a:r>
          </a:p>
        </p:txBody>
      </p:sp>
      <p:cxnSp>
        <p:nvCxnSpPr>
          <p:cNvPr id="14" name="Straight Connector 13">
            <a:extLst>
              <a:ext uri="{FF2B5EF4-FFF2-40B4-BE49-F238E27FC236}">
                <a16:creationId xmlns:a16="http://schemas.microsoft.com/office/drawing/2014/main" id="{050567B7-CD7C-2F1E-0899-64DECA9A7B78}"/>
              </a:ext>
            </a:extLst>
          </p:cNvPr>
          <p:cNvCxnSpPr/>
          <p:nvPr/>
        </p:nvCxnSpPr>
        <p:spPr>
          <a:xfrm>
            <a:off x="6014720" y="284480"/>
            <a:ext cx="0" cy="628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FDA565F-CD1E-77FB-0903-6853AFCC55A1}"/>
              </a:ext>
            </a:extLst>
          </p:cNvPr>
          <p:cNvCxnSpPr/>
          <p:nvPr/>
        </p:nvCxnSpPr>
        <p:spPr>
          <a:xfrm>
            <a:off x="2824480" y="34290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466696E-B736-CF4D-A264-368AE8599E36}"/>
              </a:ext>
            </a:extLst>
          </p:cNvPr>
          <p:cNvCxnSpPr/>
          <p:nvPr/>
        </p:nvCxnSpPr>
        <p:spPr>
          <a:xfrm>
            <a:off x="9022080" y="3276600"/>
            <a:ext cx="332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0AFED74-01C7-5981-B9CF-1B705D5BE7CC}"/>
              </a:ext>
            </a:extLst>
          </p:cNvPr>
          <p:cNvSpPr txBox="1"/>
          <p:nvPr/>
        </p:nvSpPr>
        <p:spPr>
          <a:xfrm>
            <a:off x="0" y="6170198"/>
            <a:ext cx="6096000" cy="477054"/>
          </a:xfrm>
          <a:prstGeom prst="rect">
            <a:avLst/>
          </a:prstGeom>
          <a:noFill/>
        </p:spPr>
        <p:txBody>
          <a:bodyPr wrap="square">
            <a:spAutoFit/>
          </a:bodyPr>
          <a:lstStyle/>
          <a:p>
            <a:pPr algn="ctr"/>
            <a:r>
              <a:rPr lang="en-US" sz="2500"/>
              <a:t>Rent Placed</a:t>
            </a:r>
            <a:endParaRPr lang="en-IN" sz="2500"/>
          </a:p>
        </p:txBody>
      </p:sp>
      <p:sp>
        <p:nvSpPr>
          <p:cNvPr id="20" name="TextBox 19">
            <a:extLst>
              <a:ext uri="{FF2B5EF4-FFF2-40B4-BE49-F238E27FC236}">
                <a16:creationId xmlns:a16="http://schemas.microsoft.com/office/drawing/2014/main" id="{63EA3DE2-AFE9-ADCF-B4DA-AE8870157D5D}"/>
              </a:ext>
            </a:extLst>
          </p:cNvPr>
          <p:cNvSpPr txBox="1"/>
          <p:nvPr/>
        </p:nvSpPr>
        <p:spPr>
          <a:xfrm>
            <a:off x="6055360" y="6159774"/>
            <a:ext cx="6096000" cy="477054"/>
          </a:xfrm>
          <a:prstGeom prst="rect">
            <a:avLst/>
          </a:prstGeom>
          <a:noFill/>
        </p:spPr>
        <p:txBody>
          <a:bodyPr wrap="square">
            <a:spAutoFit/>
          </a:bodyPr>
          <a:lstStyle/>
          <a:p>
            <a:pPr algn="ctr"/>
            <a:r>
              <a:rPr lang="en-US" sz="2500"/>
              <a:t>Order Placed</a:t>
            </a:r>
            <a:endParaRPr lang="en-IN" sz="2500"/>
          </a:p>
        </p:txBody>
      </p:sp>
    </p:spTree>
    <p:extLst>
      <p:ext uri="{BB962C8B-B14F-4D97-AF65-F5344CB8AC3E}">
        <p14:creationId xmlns:p14="http://schemas.microsoft.com/office/powerpoint/2010/main" val="2080119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7698AB-0A2F-F31D-9623-E0C938ECB246}"/>
              </a:ext>
            </a:extLst>
          </p:cNvPr>
          <p:cNvSpPr/>
          <p:nvPr/>
        </p:nvSpPr>
        <p:spPr>
          <a:xfrm>
            <a:off x="8577334" y="1464996"/>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26C2E93-A9A4-92D4-394D-9497D9A82615}"/>
              </a:ext>
            </a:extLst>
          </p:cNvPr>
          <p:cNvSpPr/>
          <p:nvPr/>
        </p:nvSpPr>
        <p:spPr>
          <a:xfrm>
            <a:off x="2645858" y="1464995"/>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7E27CBD-867A-062D-8F56-2B836EA933A5}"/>
              </a:ext>
            </a:extLst>
          </p:cNvPr>
          <p:cNvSpPr txBox="1"/>
          <p:nvPr/>
        </p:nvSpPr>
        <p:spPr>
          <a:xfrm>
            <a:off x="3048000" y="293280"/>
            <a:ext cx="6096000" cy="553998"/>
          </a:xfrm>
          <a:prstGeom prst="rect">
            <a:avLst/>
          </a:prstGeom>
          <a:noFill/>
        </p:spPr>
        <p:txBody>
          <a:bodyPr wrap="square">
            <a:spAutoFit/>
          </a:bodyPr>
          <a:lstStyle/>
          <a:p>
            <a:pPr algn="ctr"/>
            <a:r>
              <a:rPr lang="en-US" sz="3000"/>
              <a:t>UI Design Kit: Onboarding Screens</a:t>
            </a:r>
            <a:endParaRPr lang="en-IN" sz="3000"/>
          </a:p>
        </p:txBody>
      </p:sp>
      <p:sp>
        <p:nvSpPr>
          <p:cNvPr id="9" name="TextBox 8">
            <a:extLst>
              <a:ext uri="{FF2B5EF4-FFF2-40B4-BE49-F238E27FC236}">
                <a16:creationId xmlns:a16="http://schemas.microsoft.com/office/drawing/2014/main" id="{509137CF-07AF-10E9-E231-737107B7A3BA}"/>
              </a:ext>
            </a:extLst>
          </p:cNvPr>
          <p:cNvSpPr txBox="1"/>
          <p:nvPr/>
        </p:nvSpPr>
        <p:spPr>
          <a:xfrm>
            <a:off x="667774" y="3244334"/>
            <a:ext cx="1351280" cy="369332"/>
          </a:xfrm>
          <a:prstGeom prst="rect">
            <a:avLst/>
          </a:prstGeom>
          <a:noFill/>
        </p:spPr>
        <p:txBody>
          <a:bodyPr wrap="square">
            <a:spAutoFit/>
          </a:bodyPr>
          <a:lstStyle/>
          <a:p>
            <a:pPr algn="ctr"/>
            <a:r>
              <a:rPr lang="en-US"/>
              <a:t>Login Page</a:t>
            </a:r>
            <a:endParaRPr lang="en-IN"/>
          </a:p>
        </p:txBody>
      </p:sp>
      <p:sp>
        <p:nvSpPr>
          <p:cNvPr id="11" name="TextBox 10">
            <a:extLst>
              <a:ext uri="{FF2B5EF4-FFF2-40B4-BE49-F238E27FC236}">
                <a16:creationId xmlns:a16="http://schemas.microsoft.com/office/drawing/2014/main" id="{1B92E052-7A3C-492C-FCEE-FCBEE7EC0D78}"/>
              </a:ext>
            </a:extLst>
          </p:cNvPr>
          <p:cNvSpPr txBox="1"/>
          <p:nvPr/>
        </p:nvSpPr>
        <p:spPr>
          <a:xfrm>
            <a:off x="6990080" y="3291840"/>
            <a:ext cx="1381760" cy="369332"/>
          </a:xfrm>
          <a:prstGeom prst="rect">
            <a:avLst/>
          </a:prstGeom>
          <a:noFill/>
        </p:spPr>
        <p:txBody>
          <a:bodyPr wrap="square">
            <a:spAutoFit/>
          </a:bodyPr>
          <a:lstStyle/>
          <a:p>
            <a:pPr algn="ctr"/>
            <a:r>
              <a:rPr lang="en-US"/>
              <a:t>Sign In Page</a:t>
            </a:r>
            <a:endParaRPr lang="en-IN"/>
          </a:p>
        </p:txBody>
      </p:sp>
    </p:spTree>
    <p:extLst>
      <p:ext uri="{BB962C8B-B14F-4D97-AF65-F5344CB8AC3E}">
        <p14:creationId xmlns:p14="http://schemas.microsoft.com/office/powerpoint/2010/main" val="3376025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841C1-1388-3AB6-2F5D-1D7A43824D58}"/>
              </a:ext>
            </a:extLst>
          </p:cNvPr>
          <p:cNvSpPr/>
          <p:nvPr/>
        </p:nvSpPr>
        <p:spPr>
          <a:xfrm>
            <a:off x="4752917" y="1581518"/>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A542DC5-D44A-6839-043C-901033FCDB9D}"/>
              </a:ext>
            </a:extLst>
          </p:cNvPr>
          <p:cNvSpPr txBox="1"/>
          <p:nvPr/>
        </p:nvSpPr>
        <p:spPr>
          <a:xfrm>
            <a:off x="2722880" y="440174"/>
            <a:ext cx="6096000" cy="707886"/>
          </a:xfrm>
          <a:prstGeom prst="rect">
            <a:avLst/>
          </a:prstGeom>
          <a:noFill/>
        </p:spPr>
        <p:txBody>
          <a:bodyPr wrap="square">
            <a:spAutoFit/>
          </a:bodyPr>
          <a:lstStyle/>
          <a:p>
            <a:pPr algn="ctr"/>
            <a:r>
              <a:rPr lang="en-US" sz="4000"/>
              <a:t>UI Design Kit: Home Page</a:t>
            </a:r>
            <a:endParaRPr lang="en-IN" sz="4000"/>
          </a:p>
        </p:txBody>
      </p:sp>
      <p:cxnSp>
        <p:nvCxnSpPr>
          <p:cNvPr id="6" name="Straight Arrow Connector 5">
            <a:extLst>
              <a:ext uri="{FF2B5EF4-FFF2-40B4-BE49-F238E27FC236}">
                <a16:creationId xmlns:a16="http://schemas.microsoft.com/office/drawing/2014/main" id="{9799CE3D-2ABC-A08F-4437-56E27A5D2666}"/>
              </a:ext>
            </a:extLst>
          </p:cNvPr>
          <p:cNvCxnSpPr/>
          <p:nvPr/>
        </p:nvCxnSpPr>
        <p:spPr>
          <a:xfrm flipH="1">
            <a:off x="3600450" y="2266950"/>
            <a:ext cx="1310640" cy="693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0F4B1BA-DC55-F07B-C5B3-BDEEE0B3B5F1}"/>
              </a:ext>
            </a:extLst>
          </p:cNvPr>
          <p:cNvCxnSpPr/>
          <p:nvPr/>
        </p:nvCxnSpPr>
        <p:spPr>
          <a:xfrm>
            <a:off x="6560820" y="1885950"/>
            <a:ext cx="115824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197B8B2-152B-A4B1-BD6E-9B4E26438AFA}"/>
              </a:ext>
            </a:extLst>
          </p:cNvPr>
          <p:cNvCxnSpPr/>
          <p:nvPr/>
        </p:nvCxnSpPr>
        <p:spPr>
          <a:xfrm>
            <a:off x="6785610" y="1847850"/>
            <a:ext cx="93345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9A071BA-62DA-D88D-E9F4-2D122FB91BDA}"/>
              </a:ext>
            </a:extLst>
          </p:cNvPr>
          <p:cNvCxnSpPr/>
          <p:nvPr/>
        </p:nvCxnSpPr>
        <p:spPr>
          <a:xfrm flipH="1">
            <a:off x="4004310" y="1847850"/>
            <a:ext cx="906780" cy="323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BCDCD91-F782-65E3-F15C-F9009174DFCA}"/>
              </a:ext>
            </a:extLst>
          </p:cNvPr>
          <p:cNvCxnSpPr/>
          <p:nvPr/>
        </p:nvCxnSpPr>
        <p:spPr>
          <a:xfrm flipH="1">
            <a:off x="4160520" y="5977890"/>
            <a:ext cx="8724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B4A703C-51AC-0F37-D255-17C5AAA5F511}"/>
              </a:ext>
            </a:extLst>
          </p:cNvPr>
          <p:cNvCxnSpPr/>
          <p:nvPr/>
        </p:nvCxnSpPr>
        <p:spPr>
          <a:xfrm flipH="1">
            <a:off x="4316730" y="5013960"/>
            <a:ext cx="5676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7F3605B-54C8-0495-1BEF-C07544F33215}"/>
              </a:ext>
            </a:extLst>
          </p:cNvPr>
          <p:cNvCxnSpPr/>
          <p:nvPr/>
        </p:nvCxnSpPr>
        <p:spPr>
          <a:xfrm>
            <a:off x="6880860" y="4987290"/>
            <a:ext cx="5600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03A337D-5BAF-1DBE-12EA-F47BF91AF94A}"/>
              </a:ext>
            </a:extLst>
          </p:cNvPr>
          <p:cNvCxnSpPr/>
          <p:nvPr/>
        </p:nvCxnSpPr>
        <p:spPr>
          <a:xfrm flipV="1">
            <a:off x="6206490" y="5414010"/>
            <a:ext cx="1234440" cy="617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C6CF622-76C5-081D-E451-6B3B4DB166F1}"/>
              </a:ext>
            </a:extLst>
          </p:cNvPr>
          <p:cNvCxnSpPr/>
          <p:nvPr/>
        </p:nvCxnSpPr>
        <p:spPr>
          <a:xfrm flipH="1" flipV="1">
            <a:off x="4229100" y="5535930"/>
            <a:ext cx="1253490" cy="415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9DF251C-6FD1-D451-53EF-FD6923BEC742}"/>
              </a:ext>
            </a:extLst>
          </p:cNvPr>
          <p:cNvCxnSpPr/>
          <p:nvPr/>
        </p:nvCxnSpPr>
        <p:spPr>
          <a:xfrm flipV="1">
            <a:off x="6823710" y="5951220"/>
            <a:ext cx="647700" cy="26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5A13C7B-0EF6-EADF-6666-1205BE5016B1}"/>
              </a:ext>
            </a:extLst>
          </p:cNvPr>
          <p:cNvCxnSpPr/>
          <p:nvPr/>
        </p:nvCxnSpPr>
        <p:spPr>
          <a:xfrm>
            <a:off x="6686550" y="4423410"/>
            <a:ext cx="7848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3F6B217-490C-1DEE-4691-9FF3BFCE4F19}"/>
              </a:ext>
            </a:extLst>
          </p:cNvPr>
          <p:cNvSpPr txBox="1"/>
          <p:nvPr/>
        </p:nvSpPr>
        <p:spPr>
          <a:xfrm>
            <a:off x="3456046" y="2055614"/>
            <a:ext cx="784860" cy="246221"/>
          </a:xfrm>
          <a:prstGeom prst="rect">
            <a:avLst/>
          </a:prstGeom>
          <a:noFill/>
        </p:spPr>
        <p:txBody>
          <a:bodyPr wrap="square">
            <a:spAutoFit/>
          </a:bodyPr>
          <a:lstStyle/>
          <a:p>
            <a:pPr algn="ctr"/>
            <a:r>
              <a:rPr lang="en-US" sz="1000"/>
              <a:t>Logo</a:t>
            </a:r>
            <a:endParaRPr lang="en-IN" sz="1000"/>
          </a:p>
        </p:txBody>
      </p:sp>
      <p:sp>
        <p:nvSpPr>
          <p:cNvPr id="43" name="TextBox 42">
            <a:extLst>
              <a:ext uri="{FF2B5EF4-FFF2-40B4-BE49-F238E27FC236}">
                <a16:creationId xmlns:a16="http://schemas.microsoft.com/office/drawing/2014/main" id="{4E720EC5-2C1A-4451-F378-8FB4DCC5CB9C}"/>
              </a:ext>
            </a:extLst>
          </p:cNvPr>
          <p:cNvSpPr txBox="1"/>
          <p:nvPr/>
        </p:nvSpPr>
        <p:spPr>
          <a:xfrm>
            <a:off x="2957484" y="2817614"/>
            <a:ext cx="853440" cy="246221"/>
          </a:xfrm>
          <a:prstGeom prst="rect">
            <a:avLst/>
          </a:prstGeom>
          <a:noFill/>
        </p:spPr>
        <p:txBody>
          <a:bodyPr wrap="square">
            <a:spAutoFit/>
          </a:bodyPr>
          <a:lstStyle/>
          <a:p>
            <a:pPr algn="ctr"/>
            <a:r>
              <a:rPr lang="en-US" sz="1000"/>
              <a:t>Search</a:t>
            </a:r>
            <a:endParaRPr lang="en-IN" sz="1000"/>
          </a:p>
        </p:txBody>
      </p:sp>
      <p:sp>
        <p:nvSpPr>
          <p:cNvPr id="45" name="TextBox 44">
            <a:extLst>
              <a:ext uri="{FF2B5EF4-FFF2-40B4-BE49-F238E27FC236}">
                <a16:creationId xmlns:a16="http://schemas.microsoft.com/office/drawing/2014/main" id="{01A8A7D8-552D-9F25-43EB-07F544E7EF92}"/>
              </a:ext>
            </a:extLst>
          </p:cNvPr>
          <p:cNvSpPr txBox="1"/>
          <p:nvPr/>
        </p:nvSpPr>
        <p:spPr>
          <a:xfrm>
            <a:off x="7424219" y="2138659"/>
            <a:ext cx="1280160" cy="246221"/>
          </a:xfrm>
          <a:prstGeom prst="rect">
            <a:avLst/>
          </a:prstGeom>
          <a:noFill/>
        </p:spPr>
        <p:txBody>
          <a:bodyPr wrap="square">
            <a:spAutoFit/>
          </a:bodyPr>
          <a:lstStyle/>
          <a:p>
            <a:pPr algn="ctr"/>
            <a:r>
              <a:rPr lang="en-US" sz="1000"/>
              <a:t>Notification</a:t>
            </a:r>
            <a:endParaRPr lang="en-IN" sz="1000"/>
          </a:p>
        </p:txBody>
      </p:sp>
      <p:sp>
        <p:nvSpPr>
          <p:cNvPr id="47" name="TextBox 46">
            <a:extLst>
              <a:ext uri="{FF2B5EF4-FFF2-40B4-BE49-F238E27FC236}">
                <a16:creationId xmlns:a16="http://schemas.microsoft.com/office/drawing/2014/main" id="{13747061-F65F-8955-C325-668EA21B04B4}"/>
              </a:ext>
            </a:extLst>
          </p:cNvPr>
          <p:cNvSpPr txBox="1"/>
          <p:nvPr/>
        </p:nvSpPr>
        <p:spPr>
          <a:xfrm>
            <a:off x="7578090" y="1866573"/>
            <a:ext cx="670560" cy="246221"/>
          </a:xfrm>
          <a:prstGeom prst="rect">
            <a:avLst/>
          </a:prstGeom>
          <a:noFill/>
        </p:spPr>
        <p:txBody>
          <a:bodyPr wrap="square">
            <a:spAutoFit/>
          </a:bodyPr>
          <a:lstStyle/>
          <a:p>
            <a:pPr algn="ctr"/>
            <a:r>
              <a:rPr lang="en-US" sz="1000"/>
              <a:t>Cart</a:t>
            </a:r>
            <a:endParaRPr lang="en-IN" sz="1000"/>
          </a:p>
        </p:txBody>
      </p:sp>
      <p:sp>
        <p:nvSpPr>
          <p:cNvPr id="49" name="TextBox 48">
            <a:extLst>
              <a:ext uri="{FF2B5EF4-FFF2-40B4-BE49-F238E27FC236}">
                <a16:creationId xmlns:a16="http://schemas.microsoft.com/office/drawing/2014/main" id="{6EDE750E-F49C-1288-B2B5-2D476AD07A11}"/>
              </a:ext>
            </a:extLst>
          </p:cNvPr>
          <p:cNvSpPr txBox="1"/>
          <p:nvPr/>
        </p:nvSpPr>
        <p:spPr>
          <a:xfrm>
            <a:off x="3251230" y="4886444"/>
            <a:ext cx="1371224" cy="246221"/>
          </a:xfrm>
          <a:prstGeom prst="rect">
            <a:avLst/>
          </a:prstGeom>
          <a:noFill/>
        </p:spPr>
        <p:txBody>
          <a:bodyPr wrap="square">
            <a:spAutoFit/>
          </a:bodyPr>
          <a:lstStyle/>
          <a:p>
            <a:pPr algn="ctr"/>
            <a:r>
              <a:rPr lang="en-US" sz="1000"/>
              <a:t>Sports items</a:t>
            </a:r>
            <a:endParaRPr lang="en-IN" sz="1000"/>
          </a:p>
        </p:txBody>
      </p:sp>
      <p:sp>
        <p:nvSpPr>
          <p:cNvPr id="51" name="TextBox 50">
            <a:extLst>
              <a:ext uri="{FF2B5EF4-FFF2-40B4-BE49-F238E27FC236}">
                <a16:creationId xmlns:a16="http://schemas.microsoft.com/office/drawing/2014/main" id="{0BEEA258-1B99-974F-A6D9-68070FDE9F60}"/>
              </a:ext>
            </a:extLst>
          </p:cNvPr>
          <p:cNvSpPr txBox="1"/>
          <p:nvPr/>
        </p:nvSpPr>
        <p:spPr>
          <a:xfrm>
            <a:off x="7012363" y="4864179"/>
            <a:ext cx="1989368" cy="246221"/>
          </a:xfrm>
          <a:prstGeom prst="rect">
            <a:avLst/>
          </a:prstGeom>
          <a:noFill/>
        </p:spPr>
        <p:txBody>
          <a:bodyPr wrap="square">
            <a:spAutoFit/>
          </a:bodyPr>
          <a:lstStyle/>
          <a:p>
            <a:pPr algn="ctr"/>
            <a:r>
              <a:rPr lang="en-US" sz="1000"/>
              <a:t>Video Games Items</a:t>
            </a:r>
            <a:endParaRPr lang="en-IN" sz="1000"/>
          </a:p>
        </p:txBody>
      </p:sp>
      <p:sp>
        <p:nvSpPr>
          <p:cNvPr id="53" name="TextBox 52">
            <a:extLst>
              <a:ext uri="{FF2B5EF4-FFF2-40B4-BE49-F238E27FC236}">
                <a16:creationId xmlns:a16="http://schemas.microsoft.com/office/drawing/2014/main" id="{0B3F91EC-E3AA-4532-80F5-7EF241E8E788}"/>
              </a:ext>
            </a:extLst>
          </p:cNvPr>
          <p:cNvSpPr txBox="1"/>
          <p:nvPr/>
        </p:nvSpPr>
        <p:spPr>
          <a:xfrm>
            <a:off x="3347923" y="5386149"/>
            <a:ext cx="1177838" cy="246221"/>
          </a:xfrm>
          <a:prstGeom prst="rect">
            <a:avLst/>
          </a:prstGeom>
          <a:noFill/>
        </p:spPr>
        <p:txBody>
          <a:bodyPr wrap="square">
            <a:spAutoFit/>
          </a:bodyPr>
          <a:lstStyle/>
          <a:p>
            <a:pPr algn="ctr"/>
            <a:r>
              <a:rPr lang="en-US" sz="1000" err="1"/>
              <a:t>Trendings</a:t>
            </a:r>
            <a:endParaRPr lang="en-IN" sz="1000"/>
          </a:p>
        </p:txBody>
      </p:sp>
      <p:sp>
        <p:nvSpPr>
          <p:cNvPr id="55" name="TextBox 54">
            <a:extLst>
              <a:ext uri="{FF2B5EF4-FFF2-40B4-BE49-F238E27FC236}">
                <a16:creationId xmlns:a16="http://schemas.microsoft.com/office/drawing/2014/main" id="{925FF332-8A58-A0BC-40F1-1DB76ACB535F}"/>
              </a:ext>
            </a:extLst>
          </p:cNvPr>
          <p:cNvSpPr txBox="1"/>
          <p:nvPr/>
        </p:nvSpPr>
        <p:spPr>
          <a:xfrm>
            <a:off x="3507481" y="5842635"/>
            <a:ext cx="895350" cy="246221"/>
          </a:xfrm>
          <a:prstGeom prst="rect">
            <a:avLst/>
          </a:prstGeom>
          <a:noFill/>
        </p:spPr>
        <p:txBody>
          <a:bodyPr wrap="square">
            <a:spAutoFit/>
          </a:bodyPr>
          <a:lstStyle/>
          <a:p>
            <a:pPr algn="ctr"/>
            <a:r>
              <a:rPr lang="en-US" sz="1000"/>
              <a:t>Home</a:t>
            </a:r>
            <a:endParaRPr lang="en-IN" sz="1000"/>
          </a:p>
        </p:txBody>
      </p:sp>
      <p:sp>
        <p:nvSpPr>
          <p:cNvPr id="57" name="TextBox 56">
            <a:extLst>
              <a:ext uri="{FF2B5EF4-FFF2-40B4-BE49-F238E27FC236}">
                <a16:creationId xmlns:a16="http://schemas.microsoft.com/office/drawing/2014/main" id="{2DAC1D8B-873A-7875-03DA-ABDFF24DE02A}"/>
              </a:ext>
            </a:extLst>
          </p:cNvPr>
          <p:cNvSpPr txBox="1"/>
          <p:nvPr/>
        </p:nvSpPr>
        <p:spPr>
          <a:xfrm>
            <a:off x="7278023" y="5284588"/>
            <a:ext cx="822960" cy="246221"/>
          </a:xfrm>
          <a:prstGeom prst="rect">
            <a:avLst/>
          </a:prstGeom>
          <a:noFill/>
        </p:spPr>
        <p:txBody>
          <a:bodyPr wrap="square">
            <a:spAutoFit/>
          </a:bodyPr>
          <a:lstStyle/>
          <a:p>
            <a:pPr algn="ctr"/>
            <a:r>
              <a:rPr lang="en-US" sz="1000"/>
              <a:t>Orders</a:t>
            </a:r>
            <a:endParaRPr lang="en-IN" sz="1000"/>
          </a:p>
        </p:txBody>
      </p:sp>
      <p:sp>
        <p:nvSpPr>
          <p:cNvPr id="59" name="TextBox 58">
            <a:extLst>
              <a:ext uri="{FF2B5EF4-FFF2-40B4-BE49-F238E27FC236}">
                <a16:creationId xmlns:a16="http://schemas.microsoft.com/office/drawing/2014/main" id="{EE48C5D2-7ED0-A112-A397-EFED668A64B8}"/>
              </a:ext>
            </a:extLst>
          </p:cNvPr>
          <p:cNvSpPr txBox="1"/>
          <p:nvPr/>
        </p:nvSpPr>
        <p:spPr>
          <a:xfrm>
            <a:off x="7289453" y="5834417"/>
            <a:ext cx="800100" cy="246221"/>
          </a:xfrm>
          <a:prstGeom prst="rect">
            <a:avLst/>
          </a:prstGeom>
          <a:noFill/>
        </p:spPr>
        <p:txBody>
          <a:bodyPr wrap="square">
            <a:spAutoFit/>
          </a:bodyPr>
          <a:lstStyle/>
          <a:p>
            <a:pPr algn="ctr"/>
            <a:r>
              <a:rPr lang="en-US" sz="1000"/>
              <a:t>Profile</a:t>
            </a:r>
            <a:endParaRPr lang="en-IN" sz="1000"/>
          </a:p>
        </p:txBody>
      </p:sp>
      <p:sp>
        <p:nvSpPr>
          <p:cNvPr id="61" name="TextBox 60">
            <a:extLst>
              <a:ext uri="{FF2B5EF4-FFF2-40B4-BE49-F238E27FC236}">
                <a16:creationId xmlns:a16="http://schemas.microsoft.com/office/drawing/2014/main" id="{8ECB0C7A-117D-AD5C-52E3-B5F3ED24DB90}"/>
              </a:ext>
            </a:extLst>
          </p:cNvPr>
          <p:cNvSpPr txBox="1"/>
          <p:nvPr/>
        </p:nvSpPr>
        <p:spPr>
          <a:xfrm>
            <a:off x="7100584" y="4281488"/>
            <a:ext cx="1177838" cy="246221"/>
          </a:xfrm>
          <a:prstGeom prst="rect">
            <a:avLst/>
          </a:prstGeom>
          <a:noFill/>
        </p:spPr>
        <p:txBody>
          <a:bodyPr wrap="square">
            <a:spAutoFit/>
          </a:bodyPr>
          <a:lstStyle/>
          <a:p>
            <a:pPr algn="ctr"/>
            <a:r>
              <a:rPr lang="en-US" sz="1000" err="1"/>
              <a:t>Prosters</a:t>
            </a:r>
            <a:endParaRPr lang="en-IN" sz="1000"/>
          </a:p>
        </p:txBody>
      </p:sp>
    </p:spTree>
    <p:extLst>
      <p:ext uri="{BB962C8B-B14F-4D97-AF65-F5344CB8AC3E}">
        <p14:creationId xmlns:p14="http://schemas.microsoft.com/office/powerpoint/2010/main" val="3015170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A40957-C9E5-12A3-D276-70F3EE2C2D7E}"/>
              </a:ext>
            </a:extLst>
          </p:cNvPr>
          <p:cNvSpPr txBox="1"/>
          <p:nvPr/>
        </p:nvSpPr>
        <p:spPr>
          <a:xfrm>
            <a:off x="2782529" y="90637"/>
            <a:ext cx="6096000" cy="553998"/>
          </a:xfrm>
          <a:prstGeom prst="rect">
            <a:avLst/>
          </a:prstGeom>
          <a:noFill/>
        </p:spPr>
        <p:txBody>
          <a:bodyPr wrap="square">
            <a:spAutoFit/>
          </a:bodyPr>
          <a:lstStyle/>
          <a:p>
            <a:pPr algn="ctr"/>
            <a:r>
              <a:rPr lang="en-US" sz="3000"/>
              <a:t>UI Design Kit: Screens</a:t>
            </a:r>
            <a:endParaRPr lang="en-IN" sz="3000"/>
          </a:p>
        </p:txBody>
      </p:sp>
      <p:sp>
        <p:nvSpPr>
          <p:cNvPr id="5" name="Rectangle 4">
            <a:extLst>
              <a:ext uri="{FF2B5EF4-FFF2-40B4-BE49-F238E27FC236}">
                <a16:creationId xmlns:a16="http://schemas.microsoft.com/office/drawing/2014/main" id="{DA4D549E-BF4E-18BF-5620-717D490FF5F0}"/>
              </a:ext>
            </a:extLst>
          </p:cNvPr>
          <p:cNvSpPr/>
          <p:nvPr/>
        </p:nvSpPr>
        <p:spPr>
          <a:xfrm>
            <a:off x="3402293" y="1093837"/>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3A49B9C-B2BB-8ED2-B10C-B6F56479D6AE}"/>
              </a:ext>
            </a:extLst>
          </p:cNvPr>
          <p:cNvSpPr/>
          <p:nvPr/>
        </p:nvSpPr>
        <p:spPr>
          <a:xfrm>
            <a:off x="9060757" y="1093837"/>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1114ECA-3A43-6404-2124-30692132558E}"/>
              </a:ext>
            </a:extLst>
          </p:cNvPr>
          <p:cNvSpPr txBox="1"/>
          <p:nvPr/>
        </p:nvSpPr>
        <p:spPr>
          <a:xfrm>
            <a:off x="1012722" y="3089163"/>
            <a:ext cx="2271252" cy="477054"/>
          </a:xfrm>
          <a:prstGeom prst="rect">
            <a:avLst/>
          </a:prstGeom>
          <a:noFill/>
        </p:spPr>
        <p:txBody>
          <a:bodyPr wrap="square">
            <a:spAutoFit/>
          </a:bodyPr>
          <a:lstStyle/>
          <a:p>
            <a:pPr algn="ctr"/>
            <a:r>
              <a:rPr lang="en-US" sz="2500"/>
              <a:t>Trending Page</a:t>
            </a:r>
            <a:endParaRPr lang="en-IN" sz="2500"/>
          </a:p>
        </p:txBody>
      </p:sp>
      <p:sp>
        <p:nvSpPr>
          <p:cNvPr id="11" name="TextBox 10">
            <a:extLst>
              <a:ext uri="{FF2B5EF4-FFF2-40B4-BE49-F238E27FC236}">
                <a16:creationId xmlns:a16="http://schemas.microsoft.com/office/drawing/2014/main" id="{7BD90A00-40B9-B4FD-0234-001F97EBD614}"/>
              </a:ext>
            </a:extLst>
          </p:cNvPr>
          <p:cNvSpPr txBox="1"/>
          <p:nvPr/>
        </p:nvSpPr>
        <p:spPr>
          <a:xfrm>
            <a:off x="7197213" y="3089163"/>
            <a:ext cx="1681316" cy="477054"/>
          </a:xfrm>
          <a:prstGeom prst="rect">
            <a:avLst/>
          </a:prstGeom>
          <a:noFill/>
        </p:spPr>
        <p:txBody>
          <a:bodyPr wrap="square">
            <a:spAutoFit/>
          </a:bodyPr>
          <a:lstStyle/>
          <a:p>
            <a:pPr algn="ctr"/>
            <a:r>
              <a:rPr lang="en-US" sz="2500"/>
              <a:t>Order Page</a:t>
            </a:r>
            <a:endParaRPr lang="en-IN" sz="2500"/>
          </a:p>
        </p:txBody>
      </p:sp>
    </p:spTree>
    <p:extLst>
      <p:ext uri="{BB962C8B-B14F-4D97-AF65-F5344CB8AC3E}">
        <p14:creationId xmlns:p14="http://schemas.microsoft.com/office/powerpoint/2010/main" val="3012255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76DF03-D260-4F8A-F3BB-B671DE526CA2}"/>
              </a:ext>
            </a:extLst>
          </p:cNvPr>
          <p:cNvSpPr/>
          <p:nvPr/>
        </p:nvSpPr>
        <p:spPr>
          <a:xfrm>
            <a:off x="2773029" y="1459426"/>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E866E90-4696-C4D5-D95B-74E687700F5E}"/>
              </a:ext>
            </a:extLst>
          </p:cNvPr>
          <p:cNvSpPr/>
          <p:nvPr/>
        </p:nvSpPr>
        <p:spPr>
          <a:xfrm>
            <a:off x="8677300" y="1459425"/>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21C800B-2B45-83C1-E101-C8D917D62762}"/>
              </a:ext>
            </a:extLst>
          </p:cNvPr>
          <p:cNvSpPr txBox="1"/>
          <p:nvPr/>
        </p:nvSpPr>
        <p:spPr>
          <a:xfrm>
            <a:off x="2782529" y="90637"/>
            <a:ext cx="6096000" cy="553998"/>
          </a:xfrm>
          <a:prstGeom prst="rect">
            <a:avLst/>
          </a:prstGeom>
          <a:noFill/>
        </p:spPr>
        <p:txBody>
          <a:bodyPr wrap="square">
            <a:spAutoFit/>
          </a:bodyPr>
          <a:lstStyle/>
          <a:p>
            <a:pPr algn="ctr"/>
            <a:r>
              <a:rPr lang="en-US" sz="3000"/>
              <a:t>UI Design Kit: Screens</a:t>
            </a:r>
            <a:endParaRPr lang="en-IN" sz="3000"/>
          </a:p>
        </p:txBody>
      </p:sp>
      <p:sp>
        <p:nvSpPr>
          <p:cNvPr id="5" name="TextBox 4">
            <a:extLst>
              <a:ext uri="{FF2B5EF4-FFF2-40B4-BE49-F238E27FC236}">
                <a16:creationId xmlns:a16="http://schemas.microsoft.com/office/drawing/2014/main" id="{11F42D96-AEE9-6591-7842-1D2F1C06CA54}"/>
              </a:ext>
            </a:extLst>
          </p:cNvPr>
          <p:cNvSpPr txBox="1"/>
          <p:nvPr/>
        </p:nvSpPr>
        <p:spPr>
          <a:xfrm>
            <a:off x="511277" y="3190473"/>
            <a:ext cx="2271252" cy="477054"/>
          </a:xfrm>
          <a:prstGeom prst="rect">
            <a:avLst/>
          </a:prstGeom>
          <a:noFill/>
        </p:spPr>
        <p:txBody>
          <a:bodyPr wrap="square">
            <a:spAutoFit/>
          </a:bodyPr>
          <a:lstStyle/>
          <a:p>
            <a:pPr algn="ctr"/>
            <a:r>
              <a:rPr lang="en-US" sz="2500"/>
              <a:t>Rent Page</a:t>
            </a:r>
            <a:endParaRPr lang="en-IN" sz="2500"/>
          </a:p>
        </p:txBody>
      </p:sp>
      <p:sp>
        <p:nvSpPr>
          <p:cNvPr id="6" name="TextBox 5">
            <a:extLst>
              <a:ext uri="{FF2B5EF4-FFF2-40B4-BE49-F238E27FC236}">
                <a16:creationId xmlns:a16="http://schemas.microsoft.com/office/drawing/2014/main" id="{36BD13CA-576F-B7F7-1445-B26FF5C7A21D}"/>
              </a:ext>
            </a:extLst>
          </p:cNvPr>
          <p:cNvSpPr txBox="1"/>
          <p:nvPr/>
        </p:nvSpPr>
        <p:spPr>
          <a:xfrm>
            <a:off x="6406048" y="3210232"/>
            <a:ext cx="2271252" cy="477054"/>
          </a:xfrm>
          <a:prstGeom prst="rect">
            <a:avLst/>
          </a:prstGeom>
          <a:noFill/>
        </p:spPr>
        <p:txBody>
          <a:bodyPr wrap="square">
            <a:spAutoFit/>
          </a:bodyPr>
          <a:lstStyle/>
          <a:p>
            <a:pPr algn="ctr"/>
            <a:r>
              <a:rPr lang="en-US" sz="2500"/>
              <a:t>Rent Placed</a:t>
            </a:r>
            <a:endParaRPr lang="en-IN" sz="2500"/>
          </a:p>
        </p:txBody>
      </p:sp>
    </p:spTree>
    <p:extLst>
      <p:ext uri="{BB962C8B-B14F-4D97-AF65-F5344CB8AC3E}">
        <p14:creationId xmlns:p14="http://schemas.microsoft.com/office/powerpoint/2010/main" val="1851876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E9158-2802-CCFB-0C2E-4851F328F3EA}"/>
              </a:ext>
            </a:extLst>
          </p:cNvPr>
          <p:cNvSpPr/>
          <p:nvPr/>
        </p:nvSpPr>
        <p:spPr>
          <a:xfrm>
            <a:off x="2782529" y="1459424"/>
            <a:ext cx="2271252" cy="46703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FB3E5AB0-6F4B-CD71-FE74-1F457F11E0AF}"/>
              </a:ext>
            </a:extLst>
          </p:cNvPr>
          <p:cNvSpPr/>
          <p:nvPr/>
        </p:nvSpPr>
        <p:spPr>
          <a:xfrm>
            <a:off x="8726462" y="1459425"/>
            <a:ext cx="2271252" cy="467032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BB16303-07E5-C95B-A1DA-A3393C041EED}"/>
              </a:ext>
            </a:extLst>
          </p:cNvPr>
          <p:cNvSpPr txBox="1"/>
          <p:nvPr/>
        </p:nvSpPr>
        <p:spPr>
          <a:xfrm>
            <a:off x="2782529" y="90637"/>
            <a:ext cx="6096000" cy="553998"/>
          </a:xfrm>
          <a:prstGeom prst="rect">
            <a:avLst/>
          </a:prstGeom>
          <a:noFill/>
        </p:spPr>
        <p:txBody>
          <a:bodyPr wrap="square">
            <a:spAutoFit/>
          </a:bodyPr>
          <a:lstStyle/>
          <a:p>
            <a:pPr algn="ctr"/>
            <a:r>
              <a:rPr lang="en-US" sz="3000"/>
              <a:t>UI Design Kit: Screens</a:t>
            </a:r>
            <a:endParaRPr lang="en-IN" sz="3000"/>
          </a:p>
        </p:txBody>
      </p:sp>
      <p:sp>
        <p:nvSpPr>
          <p:cNvPr id="7" name="TextBox 6">
            <a:extLst>
              <a:ext uri="{FF2B5EF4-FFF2-40B4-BE49-F238E27FC236}">
                <a16:creationId xmlns:a16="http://schemas.microsoft.com/office/drawing/2014/main" id="{E5C6B85C-2955-0BC4-E30B-C0885F2704C9}"/>
              </a:ext>
            </a:extLst>
          </p:cNvPr>
          <p:cNvSpPr txBox="1"/>
          <p:nvPr/>
        </p:nvSpPr>
        <p:spPr>
          <a:xfrm>
            <a:off x="511277" y="3190473"/>
            <a:ext cx="2271252" cy="477054"/>
          </a:xfrm>
          <a:prstGeom prst="rect">
            <a:avLst/>
          </a:prstGeom>
          <a:noFill/>
        </p:spPr>
        <p:txBody>
          <a:bodyPr wrap="square">
            <a:spAutoFit/>
          </a:bodyPr>
          <a:lstStyle/>
          <a:p>
            <a:pPr algn="ctr"/>
            <a:r>
              <a:rPr lang="en-US" sz="2500"/>
              <a:t>Order Page</a:t>
            </a:r>
            <a:endParaRPr lang="en-IN" sz="2500"/>
          </a:p>
        </p:txBody>
      </p:sp>
      <p:sp>
        <p:nvSpPr>
          <p:cNvPr id="8" name="TextBox 7">
            <a:extLst>
              <a:ext uri="{FF2B5EF4-FFF2-40B4-BE49-F238E27FC236}">
                <a16:creationId xmlns:a16="http://schemas.microsoft.com/office/drawing/2014/main" id="{07F0DE74-599E-0FAF-E4D1-0D5B4E069156}"/>
              </a:ext>
            </a:extLst>
          </p:cNvPr>
          <p:cNvSpPr txBox="1"/>
          <p:nvPr/>
        </p:nvSpPr>
        <p:spPr>
          <a:xfrm>
            <a:off x="6533536" y="3190473"/>
            <a:ext cx="2271252" cy="477054"/>
          </a:xfrm>
          <a:prstGeom prst="rect">
            <a:avLst/>
          </a:prstGeom>
          <a:noFill/>
        </p:spPr>
        <p:txBody>
          <a:bodyPr wrap="square">
            <a:spAutoFit/>
          </a:bodyPr>
          <a:lstStyle/>
          <a:p>
            <a:pPr algn="ctr"/>
            <a:r>
              <a:rPr lang="en-US" sz="2500"/>
              <a:t>Order Placed</a:t>
            </a:r>
            <a:endParaRPr lang="en-IN" sz="2500"/>
          </a:p>
        </p:txBody>
      </p:sp>
    </p:spTree>
    <p:extLst>
      <p:ext uri="{BB962C8B-B14F-4D97-AF65-F5344CB8AC3E}">
        <p14:creationId xmlns:p14="http://schemas.microsoft.com/office/powerpoint/2010/main" val="489528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A36FB7-9FEB-7B14-9225-A68F27F70CA7}"/>
              </a:ext>
            </a:extLst>
          </p:cNvPr>
          <p:cNvSpPr txBox="1"/>
          <p:nvPr/>
        </p:nvSpPr>
        <p:spPr>
          <a:xfrm>
            <a:off x="3048000" y="2767280"/>
            <a:ext cx="6096000" cy="1323439"/>
          </a:xfrm>
          <a:prstGeom prst="rect">
            <a:avLst/>
          </a:prstGeom>
          <a:noFill/>
        </p:spPr>
        <p:txBody>
          <a:bodyPr wrap="square">
            <a:spAutoFit/>
          </a:bodyPr>
          <a:lstStyle/>
          <a:p>
            <a:pPr algn="ctr"/>
            <a:r>
              <a:rPr lang="en-US" sz="8000" b="1" dirty="0"/>
              <a:t>Thank You</a:t>
            </a:r>
            <a:endParaRPr lang="en-IN" sz="8000" b="1" dirty="0"/>
          </a:p>
        </p:txBody>
      </p:sp>
    </p:spTree>
    <p:extLst>
      <p:ext uri="{BB962C8B-B14F-4D97-AF65-F5344CB8AC3E}">
        <p14:creationId xmlns:p14="http://schemas.microsoft.com/office/powerpoint/2010/main" val="35863216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3.xml><?xml version="1.0" encoding="utf-8"?>
<ds:datastoreItem xmlns:ds="http://schemas.openxmlformats.org/officeDocument/2006/customXml" ds:itemID="{2C4C00F4-06E9-43E3-AD97-88A857CEFA82}">
  <ds:schemaRefs>
    <ds:schemaRef ds:uri="http://schemas.microsoft.com/office/2006/metadata/properties"/>
    <ds:schemaRef ds:uri="http://www.w3.org/2000/xmlns/"/>
    <ds:schemaRef ds:uri="71af3243-3dd4-4a8d-8c0d-dd76da1f02a5"/>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TM03457510[[fn=Savon]]</Template>
  <TotalTime>126</TotalTime>
  <Words>939</Words>
  <Application>Microsoft Office PowerPoint</Application>
  <PresentationFormat>Widescreen</PresentationFormat>
  <Paragraphs>218</Paragraphs>
  <Slides>29</Slides>
  <Notes>3</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SlateVTI</vt:lpstr>
      <vt:lpstr> ARENA HUB</vt:lpstr>
      <vt:lpstr>CONTENTS </vt:lpstr>
      <vt:lpstr>ABOUT THE PROJECT</vt:lpstr>
      <vt:lpstr>Real Time Problems and their solutions</vt:lpstr>
      <vt:lpstr>TARGET AUDIUNCE</vt:lpstr>
      <vt:lpstr>DESIGN PROCESS</vt:lpstr>
      <vt:lpstr>EMPATHIZE</vt:lpstr>
      <vt:lpstr>USER RESEARCH </vt:lpstr>
      <vt:lpstr>USER PERSONA </vt:lpstr>
      <vt:lpstr>EMPATHY MAPPING </vt:lpstr>
      <vt:lpstr>INFORMATION ARCHITECTURE</vt:lpstr>
      <vt:lpstr>USER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ARENA HUB</dc:title>
  <dc:creator>Manoj Kumar G</dc:creator>
  <cp:lastModifiedBy>GOPI V</cp:lastModifiedBy>
  <cp:revision>25</cp:revision>
  <dcterms:created xsi:type="dcterms:W3CDTF">2025-10-09T05:02:37Z</dcterms:created>
  <dcterms:modified xsi:type="dcterms:W3CDTF">2025-10-18T13:28:21Z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